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945" r:id="rId1"/>
  </p:sldMasterIdLst>
  <p:notesMasterIdLst>
    <p:notesMasterId r:id="rId31"/>
  </p:notesMasterIdLst>
  <p:sldIdLst>
    <p:sldId id="489" r:id="rId2"/>
    <p:sldId id="457" r:id="rId3"/>
    <p:sldId id="477" r:id="rId4"/>
    <p:sldId id="478" r:id="rId5"/>
    <p:sldId id="476" r:id="rId6"/>
    <p:sldId id="480" r:id="rId7"/>
    <p:sldId id="481" r:id="rId8"/>
    <p:sldId id="482" r:id="rId9"/>
    <p:sldId id="479" r:id="rId10"/>
    <p:sldId id="456" r:id="rId11"/>
    <p:sldId id="483" r:id="rId12"/>
    <p:sldId id="484" r:id="rId13"/>
    <p:sldId id="490" r:id="rId14"/>
    <p:sldId id="491" r:id="rId15"/>
    <p:sldId id="492" r:id="rId16"/>
    <p:sldId id="502" r:id="rId17"/>
    <p:sldId id="503" r:id="rId18"/>
    <p:sldId id="504" r:id="rId19"/>
    <p:sldId id="493" r:id="rId20"/>
    <p:sldId id="494" r:id="rId21"/>
    <p:sldId id="495" r:id="rId22"/>
    <p:sldId id="496" r:id="rId23"/>
    <p:sldId id="497" r:id="rId24"/>
    <p:sldId id="498" r:id="rId25"/>
    <p:sldId id="499" r:id="rId26"/>
    <p:sldId id="500" r:id="rId27"/>
    <p:sldId id="501" r:id="rId28"/>
    <p:sldId id="515" r:id="rId29"/>
    <p:sldId id="538" r:id="rId30"/>
  </p:sldIdLst>
  <p:sldSz cx="9144000" cy="5143500" type="screen16x9"/>
  <p:notesSz cx="6858000" cy="9144000"/>
  <p:embeddedFontLst>
    <p:embeddedFont>
      <p:font typeface="Atkinson Hyperlegible Next" pitchFamily="2" charset="0"/>
      <p:regular r:id="rId32"/>
      <p:bold r:id="rId33"/>
      <p:italic r:id="rId34"/>
      <p:boldItalic r:id="rId35"/>
    </p:embeddedFont>
    <p:embeddedFont>
      <p:font typeface="Verdana Pro" panose="020B0604030504040204" pitchFamily="34" charset="0"/>
      <p:regular r:id="rId36"/>
      <p:bold r:id="rId37"/>
      <p:italic r:id="rId38"/>
      <p:boldItalic r:id="rId39"/>
    </p:embeddedFont>
  </p:embeddedFontLst>
  <p:custShowLst>
    <p:custShow name="Module 4-A" id="0">
      <p:sldLst/>
    </p:custShow>
    <p:custShow name="Module 4 B" id="1">
      <p:sldLst/>
    </p:custShow>
    <p:custShow name="Module 5 B" id="2">
      <p:sldLst>
        <p:sld r:id="rId2"/>
        <p:sld r:id="rId3"/>
        <p:sld r:id="rId4"/>
        <p:sld r:id="rId5"/>
        <p:sld r:id="rId6"/>
        <p:sld r:id="rId7"/>
        <p:sld r:id="rId8"/>
        <p:sld r:id="rId9"/>
        <p:sld r:id="rId10"/>
        <p:sld r:id="rId11"/>
        <p:sld r:id="rId12"/>
        <p:sld r:id="rId13"/>
        <p:sld r:id="rId14"/>
        <p:sld r:id="rId15"/>
        <p:sld r:id="rId16"/>
        <p:sld r:id="rId17"/>
        <p:sld r:id="rId18"/>
        <p:sld r:id="rId19"/>
        <p:sld r:id="rId20"/>
        <p:sld r:id="rId21"/>
        <p:sld r:id="rId22"/>
        <p:sld r:id="rId23"/>
        <p:sld r:id="rId24"/>
        <p:sld r:id="rId25"/>
        <p:sld r:id="rId26"/>
        <p:sld r:id="rId27"/>
        <p:sld r:id="rId28"/>
        <p:sld r:id="rId29"/>
        <p:sld r:id="rId30"/>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B0411E-5170-41F7-9C0B-157B7B539A8C}" v="3" dt="2026-06-09T17:27:54.783"/>
  </p1510:revLst>
</p1510:revInfo>
</file>

<file path=ppt/tableStyles.xml><?xml version="1.0" encoding="utf-8"?>
<a:tblStyleLst xmlns:a="http://schemas.openxmlformats.org/drawingml/2006/main" def="{A9794ACA-B6A2-47D9-BE13-C8960EFA1BC4}">
  <a:tblStyle styleId="{A9794ACA-B6A2-47D9-BE13-C8960EFA1BC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7" autoAdjust="0"/>
    <p:restoredTop sz="91466" autoAdjust="0"/>
  </p:normalViewPr>
  <p:slideViewPr>
    <p:cSldViewPr snapToGrid="0">
      <p:cViewPr varScale="1">
        <p:scale>
          <a:sx n="121" d="100"/>
          <a:sy n="121" d="100"/>
        </p:scale>
        <p:origin x="99" y="86"/>
      </p:cViewPr>
      <p:guideLst/>
    </p:cSldViewPr>
  </p:slideViewPr>
  <p:outlineViewPr>
    <p:cViewPr>
      <p:scale>
        <a:sx n="33" d="100"/>
        <a:sy n="33" d="100"/>
      </p:scale>
      <p:origin x="0" y="0"/>
    </p:cViewPr>
  </p:outlineViewPr>
  <p:notesTextViewPr>
    <p:cViewPr>
      <p:scale>
        <a:sx n="200" d="100"/>
        <a:sy n="200"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n Berry" userId="b7d8294d-da7c-45c9-9002-ab631a364979" providerId="ADAL" clId="{718D2BA2-B69C-4596-B36D-F24A681F5194}"/>
    <pc:docChg chg="custSel delSld modSld">
      <pc:chgData name="Erin Berry" userId="b7d8294d-da7c-45c9-9002-ab631a364979" providerId="ADAL" clId="{718D2BA2-B69C-4596-B36D-F24A681F5194}" dt="2026-06-09T17:27:54.783" v="198"/>
      <pc:docMkLst>
        <pc:docMk/>
      </pc:docMkLst>
      <pc:sldChg chg="modTransition">
        <pc:chgData name="Erin Berry" userId="b7d8294d-da7c-45c9-9002-ab631a364979" providerId="ADAL" clId="{718D2BA2-B69C-4596-B36D-F24A681F5194}" dt="2026-06-09T17:27:54.783" v="198"/>
        <pc:sldMkLst>
          <pc:docMk/>
          <pc:sldMk cId="665981981" sldId="456"/>
        </pc:sldMkLst>
      </pc:sldChg>
      <pc:sldChg chg="modTransition">
        <pc:chgData name="Erin Berry" userId="b7d8294d-da7c-45c9-9002-ab631a364979" providerId="ADAL" clId="{718D2BA2-B69C-4596-B36D-F24A681F5194}" dt="2026-06-09T17:27:54.783" v="198"/>
        <pc:sldMkLst>
          <pc:docMk/>
          <pc:sldMk cId="1967698339" sldId="457"/>
        </pc:sldMkLst>
      </pc:sldChg>
      <pc:sldChg chg="modTransition">
        <pc:chgData name="Erin Berry" userId="b7d8294d-da7c-45c9-9002-ab631a364979" providerId="ADAL" clId="{718D2BA2-B69C-4596-B36D-F24A681F5194}" dt="2026-06-09T17:27:54.783" v="198"/>
        <pc:sldMkLst>
          <pc:docMk/>
          <pc:sldMk cId="187943667" sldId="476"/>
        </pc:sldMkLst>
      </pc:sldChg>
      <pc:sldChg chg="modTransition">
        <pc:chgData name="Erin Berry" userId="b7d8294d-da7c-45c9-9002-ab631a364979" providerId="ADAL" clId="{718D2BA2-B69C-4596-B36D-F24A681F5194}" dt="2026-06-09T17:27:54.783" v="198"/>
        <pc:sldMkLst>
          <pc:docMk/>
          <pc:sldMk cId="637772186" sldId="477"/>
        </pc:sldMkLst>
      </pc:sldChg>
      <pc:sldChg chg="modTransition">
        <pc:chgData name="Erin Berry" userId="b7d8294d-da7c-45c9-9002-ab631a364979" providerId="ADAL" clId="{718D2BA2-B69C-4596-B36D-F24A681F5194}" dt="2026-06-09T17:27:54.783" v="198"/>
        <pc:sldMkLst>
          <pc:docMk/>
          <pc:sldMk cId="1637646729" sldId="478"/>
        </pc:sldMkLst>
      </pc:sldChg>
      <pc:sldChg chg="modTransition">
        <pc:chgData name="Erin Berry" userId="b7d8294d-da7c-45c9-9002-ab631a364979" providerId="ADAL" clId="{718D2BA2-B69C-4596-B36D-F24A681F5194}" dt="2026-06-09T17:27:54.783" v="198"/>
        <pc:sldMkLst>
          <pc:docMk/>
          <pc:sldMk cId="1988764643" sldId="479"/>
        </pc:sldMkLst>
      </pc:sldChg>
      <pc:sldChg chg="modTransition">
        <pc:chgData name="Erin Berry" userId="b7d8294d-da7c-45c9-9002-ab631a364979" providerId="ADAL" clId="{718D2BA2-B69C-4596-B36D-F24A681F5194}" dt="2026-06-09T17:27:54.783" v="198"/>
        <pc:sldMkLst>
          <pc:docMk/>
          <pc:sldMk cId="3525790152" sldId="480"/>
        </pc:sldMkLst>
      </pc:sldChg>
      <pc:sldChg chg="modTransition">
        <pc:chgData name="Erin Berry" userId="b7d8294d-da7c-45c9-9002-ab631a364979" providerId="ADAL" clId="{718D2BA2-B69C-4596-B36D-F24A681F5194}" dt="2026-06-09T17:27:54.783" v="198"/>
        <pc:sldMkLst>
          <pc:docMk/>
          <pc:sldMk cId="3506586930" sldId="481"/>
        </pc:sldMkLst>
      </pc:sldChg>
      <pc:sldChg chg="modTransition">
        <pc:chgData name="Erin Berry" userId="b7d8294d-da7c-45c9-9002-ab631a364979" providerId="ADAL" clId="{718D2BA2-B69C-4596-B36D-F24A681F5194}" dt="2026-06-09T17:27:54.783" v="198"/>
        <pc:sldMkLst>
          <pc:docMk/>
          <pc:sldMk cId="880293390" sldId="482"/>
        </pc:sldMkLst>
      </pc:sldChg>
      <pc:sldChg chg="modTransition">
        <pc:chgData name="Erin Berry" userId="b7d8294d-da7c-45c9-9002-ab631a364979" providerId="ADAL" clId="{718D2BA2-B69C-4596-B36D-F24A681F5194}" dt="2026-06-09T17:27:54.783" v="198"/>
        <pc:sldMkLst>
          <pc:docMk/>
          <pc:sldMk cId="84768733" sldId="483"/>
        </pc:sldMkLst>
      </pc:sldChg>
      <pc:sldChg chg="modTransition">
        <pc:chgData name="Erin Berry" userId="b7d8294d-da7c-45c9-9002-ab631a364979" providerId="ADAL" clId="{718D2BA2-B69C-4596-B36D-F24A681F5194}" dt="2026-06-09T17:27:54.783" v="198"/>
        <pc:sldMkLst>
          <pc:docMk/>
          <pc:sldMk cId="2116043257" sldId="484"/>
        </pc:sldMkLst>
      </pc:sldChg>
      <pc:sldChg chg="modTransition">
        <pc:chgData name="Erin Berry" userId="b7d8294d-da7c-45c9-9002-ab631a364979" providerId="ADAL" clId="{718D2BA2-B69C-4596-B36D-F24A681F5194}" dt="2026-06-09T17:27:54.783" v="198"/>
        <pc:sldMkLst>
          <pc:docMk/>
          <pc:sldMk cId="2155890656" sldId="489"/>
        </pc:sldMkLst>
      </pc:sldChg>
      <pc:sldChg chg="modTransition">
        <pc:chgData name="Erin Berry" userId="b7d8294d-da7c-45c9-9002-ab631a364979" providerId="ADAL" clId="{718D2BA2-B69C-4596-B36D-F24A681F5194}" dt="2026-06-09T17:27:54.783" v="198"/>
        <pc:sldMkLst>
          <pc:docMk/>
          <pc:sldMk cId="1119158424" sldId="490"/>
        </pc:sldMkLst>
      </pc:sldChg>
      <pc:sldChg chg="modTransition">
        <pc:chgData name="Erin Berry" userId="b7d8294d-da7c-45c9-9002-ab631a364979" providerId="ADAL" clId="{718D2BA2-B69C-4596-B36D-F24A681F5194}" dt="2026-06-09T17:27:54.783" v="198"/>
        <pc:sldMkLst>
          <pc:docMk/>
          <pc:sldMk cId="3815766718" sldId="491"/>
        </pc:sldMkLst>
      </pc:sldChg>
      <pc:sldChg chg="modTransition">
        <pc:chgData name="Erin Berry" userId="b7d8294d-da7c-45c9-9002-ab631a364979" providerId="ADAL" clId="{718D2BA2-B69C-4596-B36D-F24A681F5194}" dt="2026-06-09T17:27:54.783" v="198"/>
        <pc:sldMkLst>
          <pc:docMk/>
          <pc:sldMk cId="605348399" sldId="492"/>
        </pc:sldMkLst>
      </pc:sldChg>
      <pc:sldChg chg="addSp delSp modSp mod modTransition delAnim modAnim modNotesTx">
        <pc:chgData name="Erin Berry" userId="b7d8294d-da7c-45c9-9002-ab631a364979" providerId="ADAL" clId="{718D2BA2-B69C-4596-B36D-F24A681F5194}" dt="2026-06-09T17:27:54.783" v="198"/>
        <pc:sldMkLst>
          <pc:docMk/>
          <pc:sldMk cId="969855632" sldId="493"/>
        </pc:sldMkLst>
        <pc:spChg chg="mod">
          <ac:chgData name="Erin Berry" userId="b7d8294d-da7c-45c9-9002-ab631a364979" providerId="ADAL" clId="{718D2BA2-B69C-4596-B36D-F24A681F5194}" dt="2026-06-08T22:41:31.484" v="196" actId="1076"/>
          <ac:spMkLst>
            <pc:docMk/>
            <pc:sldMk cId="969855632" sldId="493"/>
            <ac:spMk id="2" creationId="{FA3502E8-4D5C-0BCF-EA38-E41ADCCB7BFD}"/>
          </ac:spMkLst>
        </pc:spChg>
      </pc:sldChg>
      <pc:sldChg chg="modTransition">
        <pc:chgData name="Erin Berry" userId="b7d8294d-da7c-45c9-9002-ab631a364979" providerId="ADAL" clId="{718D2BA2-B69C-4596-B36D-F24A681F5194}" dt="2026-06-09T17:27:54.783" v="198"/>
        <pc:sldMkLst>
          <pc:docMk/>
          <pc:sldMk cId="3557748535" sldId="494"/>
        </pc:sldMkLst>
      </pc:sldChg>
      <pc:sldChg chg="modTransition">
        <pc:chgData name="Erin Berry" userId="b7d8294d-da7c-45c9-9002-ab631a364979" providerId="ADAL" clId="{718D2BA2-B69C-4596-B36D-F24A681F5194}" dt="2026-06-09T17:27:54.783" v="198"/>
        <pc:sldMkLst>
          <pc:docMk/>
          <pc:sldMk cId="849338698" sldId="495"/>
        </pc:sldMkLst>
      </pc:sldChg>
      <pc:sldChg chg="modTransition">
        <pc:chgData name="Erin Berry" userId="b7d8294d-da7c-45c9-9002-ab631a364979" providerId="ADAL" clId="{718D2BA2-B69C-4596-B36D-F24A681F5194}" dt="2026-06-09T17:27:54.783" v="198"/>
        <pc:sldMkLst>
          <pc:docMk/>
          <pc:sldMk cId="1756904761" sldId="496"/>
        </pc:sldMkLst>
      </pc:sldChg>
      <pc:sldChg chg="modTransition">
        <pc:chgData name="Erin Berry" userId="b7d8294d-da7c-45c9-9002-ab631a364979" providerId="ADAL" clId="{718D2BA2-B69C-4596-B36D-F24A681F5194}" dt="2026-06-09T17:27:54.783" v="198"/>
        <pc:sldMkLst>
          <pc:docMk/>
          <pc:sldMk cId="2738225241" sldId="497"/>
        </pc:sldMkLst>
      </pc:sldChg>
      <pc:sldChg chg="modTransition">
        <pc:chgData name="Erin Berry" userId="b7d8294d-da7c-45c9-9002-ab631a364979" providerId="ADAL" clId="{718D2BA2-B69C-4596-B36D-F24A681F5194}" dt="2026-06-09T17:27:54.783" v="198"/>
        <pc:sldMkLst>
          <pc:docMk/>
          <pc:sldMk cId="1805977964" sldId="498"/>
        </pc:sldMkLst>
      </pc:sldChg>
      <pc:sldChg chg="modTransition">
        <pc:chgData name="Erin Berry" userId="b7d8294d-da7c-45c9-9002-ab631a364979" providerId="ADAL" clId="{718D2BA2-B69C-4596-B36D-F24A681F5194}" dt="2026-06-09T17:27:54.783" v="198"/>
        <pc:sldMkLst>
          <pc:docMk/>
          <pc:sldMk cId="3612263600" sldId="499"/>
        </pc:sldMkLst>
      </pc:sldChg>
      <pc:sldChg chg="modTransition">
        <pc:chgData name="Erin Berry" userId="b7d8294d-da7c-45c9-9002-ab631a364979" providerId="ADAL" clId="{718D2BA2-B69C-4596-B36D-F24A681F5194}" dt="2026-06-09T17:27:54.783" v="198"/>
        <pc:sldMkLst>
          <pc:docMk/>
          <pc:sldMk cId="4140265693" sldId="500"/>
        </pc:sldMkLst>
      </pc:sldChg>
      <pc:sldChg chg="modTransition">
        <pc:chgData name="Erin Berry" userId="b7d8294d-da7c-45c9-9002-ab631a364979" providerId="ADAL" clId="{718D2BA2-B69C-4596-B36D-F24A681F5194}" dt="2026-06-09T17:27:54.783" v="198"/>
        <pc:sldMkLst>
          <pc:docMk/>
          <pc:sldMk cId="1065321015" sldId="501"/>
        </pc:sldMkLst>
      </pc:sldChg>
      <pc:sldChg chg="modTransition">
        <pc:chgData name="Erin Berry" userId="b7d8294d-da7c-45c9-9002-ab631a364979" providerId="ADAL" clId="{718D2BA2-B69C-4596-B36D-F24A681F5194}" dt="2026-06-09T17:27:54.783" v="198"/>
        <pc:sldMkLst>
          <pc:docMk/>
          <pc:sldMk cId="213610345" sldId="502"/>
        </pc:sldMkLst>
      </pc:sldChg>
      <pc:sldChg chg="modTransition">
        <pc:chgData name="Erin Berry" userId="b7d8294d-da7c-45c9-9002-ab631a364979" providerId="ADAL" clId="{718D2BA2-B69C-4596-B36D-F24A681F5194}" dt="2026-06-09T17:27:54.783" v="198"/>
        <pc:sldMkLst>
          <pc:docMk/>
          <pc:sldMk cId="2041368290" sldId="503"/>
        </pc:sldMkLst>
      </pc:sldChg>
      <pc:sldChg chg="modTransition">
        <pc:chgData name="Erin Berry" userId="b7d8294d-da7c-45c9-9002-ab631a364979" providerId="ADAL" clId="{718D2BA2-B69C-4596-B36D-F24A681F5194}" dt="2026-06-09T17:27:54.783" v="198"/>
        <pc:sldMkLst>
          <pc:docMk/>
          <pc:sldMk cId="3219422611" sldId="504"/>
        </pc:sldMkLst>
      </pc:sldChg>
      <pc:sldChg chg="modTransition">
        <pc:chgData name="Erin Berry" userId="b7d8294d-da7c-45c9-9002-ab631a364979" providerId="ADAL" clId="{718D2BA2-B69C-4596-B36D-F24A681F5194}" dt="2026-06-09T17:27:54.783" v="198"/>
        <pc:sldMkLst>
          <pc:docMk/>
          <pc:sldMk cId="3964732975" sldId="515"/>
        </pc:sldMkLst>
      </pc:sldChg>
      <pc:sldChg chg="modTransition">
        <pc:chgData name="Erin Berry" userId="b7d8294d-da7c-45c9-9002-ab631a364979" providerId="ADAL" clId="{718D2BA2-B69C-4596-B36D-F24A681F5194}" dt="2026-06-09T17:27:54.783" v="198"/>
        <pc:sldMkLst>
          <pc:docMk/>
          <pc:sldMk cId="945518644" sldId="53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C7F9D7-9CC3-4FA6-9ED9-542C088AEAD2}" type="doc">
      <dgm:prSet loTypeId="urn:microsoft.com/office/officeart/2008/layout/LinedList" loCatId="list" qsTypeId="urn:microsoft.com/office/officeart/2005/8/quickstyle/simple1" qsCatId="simple" csTypeId="urn:microsoft.com/office/officeart/2005/8/colors/accent3_2" csCatId="accent3"/>
      <dgm:spPr/>
      <dgm:t>
        <a:bodyPr/>
        <a:lstStyle/>
        <a:p>
          <a:endParaRPr lang="en-US"/>
        </a:p>
      </dgm:t>
    </dgm:pt>
    <dgm:pt modelId="{580C7F09-D6CC-4B93-89DA-568FCAC45A44}">
      <dgm:prSet custT="1"/>
      <dgm:spPr/>
      <dgm:t>
        <a:bodyPr/>
        <a:lstStyle/>
        <a:p>
          <a:r>
            <a:rPr lang="en-US" sz="1100" b="1" dirty="0"/>
            <a:t>Categories</a:t>
          </a:r>
        </a:p>
      </dgm:t>
    </dgm:pt>
    <dgm:pt modelId="{175B1010-5283-4968-A93C-DEE398E76B15}" type="parTrans" cxnId="{39E847C1-66CD-4363-9D84-F19C1D23F18E}">
      <dgm:prSet/>
      <dgm:spPr/>
      <dgm:t>
        <a:bodyPr/>
        <a:lstStyle/>
        <a:p>
          <a:endParaRPr lang="en-US"/>
        </a:p>
      </dgm:t>
    </dgm:pt>
    <dgm:pt modelId="{7D22C351-46B8-4E46-B873-961F38528CAF}" type="sibTrans" cxnId="{39E847C1-66CD-4363-9D84-F19C1D23F18E}">
      <dgm:prSet/>
      <dgm:spPr/>
      <dgm:t>
        <a:bodyPr/>
        <a:lstStyle/>
        <a:p>
          <a:endParaRPr lang="en-US"/>
        </a:p>
      </dgm:t>
    </dgm:pt>
    <dgm:pt modelId="{1B3F2156-B5D9-46E7-9E25-ED9DF14841D3}">
      <dgm:prSet/>
      <dgm:spPr/>
      <dgm:t>
        <a:bodyPr/>
        <a:lstStyle/>
        <a:p>
          <a:r>
            <a:rPr lang="en-US" dirty="0"/>
            <a:t>All About Me</a:t>
          </a:r>
        </a:p>
      </dgm:t>
    </dgm:pt>
    <dgm:pt modelId="{D4064A75-3444-4C19-875A-30D9452151AE}" type="parTrans" cxnId="{1A701D25-AF65-44D7-8A1A-D3721239A62E}">
      <dgm:prSet/>
      <dgm:spPr/>
      <dgm:t>
        <a:bodyPr/>
        <a:lstStyle/>
        <a:p>
          <a:endParaRPr lang="en-US"/>
        </a:p>
      </dgm:t>
    </dgm:pt>
    <dgm:pt modelId="{24BCAC94-488A-46E6-922E-4412A1B423E2}" type="sibTrans" cxnId="{1A701D25-AF65-44D7-8A1A-D3721239A62E}">
      <dgm:prSet/>
      <dgm:spPr/>
      <dgm:t>
        <a:bodyPr/>
        <a:lstStyle/>
        <a:p>
          <a:endParaRPr lang="en-US"/>
        </a:p>
      </dgm:t>
    </dgm:pt>
    <dgm:pt modelId="{4A24D1E1-19D7-4B81-A0DC-F8A9C67BF8AA}">
      <dgm:prSet/>
      <dgm:spPr/>
      <dgm:t>
        <a:bodyPr/>
        <a:lstStyle/>
        <a:p>
          <a:r>
            <a:rPr lang="en-US"/>
            <a:t>Taking Care of Myself</a:t>
          </a:r>
        </a:p>
      </dgm:t>
    </dgm:pt>
    <dgm:pt modelId="{3FCA165A-8CCE-4BF8-8880-A7986CAC1F79}" type="parTrans" cxnId="{EEF72D30-5721-443B-B444-594D4E0A19A8}">
      <dgm:prSet/>
      <dgm:spPr/>
      <dgm:t>
        <a:bodyPr/>
        <a:lstStyle/>
        <a:p>
          <a:endParaRPr lang="en-US"/>
        </a:p>
      </dgm:t>
    </dgm:pt>
    <dgm:pt modelId="{AD946D8C-E483-4CF8-A1C7-7F4F4C46E0CD}" type="sibTrans" cxnId="{EEF72D30-5721-443B-B444-594D4E0A19A8}">
      <dgm:prSet/>
      <dgm:spPr/>
      <dgm:t>
        <a:bodyPr/>
        <a:lstStyle/>
        <a:p>
          <a:endParaRPr lang="en-US"/>
        </a:p>
      </dgm:t>
    </dgm:pt>
    <dgm:pt modelId="{B0C64D97-295C-4FD6-99C2-8BCB06E23421}">
      <dgm:prSet/>
      <dgm:spPr/>
      <dgm:t>
        <a:bodyPr/>
        <a:lstStyle/>
        <a:p>
          <a:r>
            <a:rPr lang="en-US" dirty="0"/>
            <a:t>Understanding Money</a:t>
          </a:r>
        </a:p>
      </dgm:t>
    </dgm:pt>
    <dgm:pt modelId="{255BC008-0738-496C-BE74-EBE9C218426E}" type="parTrans" cxnId="{64EC51A0-DFC2-4C5A-9934-F3F9D01B83F9}">
      <dgm:prSet/>
      <dgm:spPr/>
      <dgm:t>
        <a:bodyPr/>
        <a:lstStyle/>
        <a:p>
          <a:endParaRPr lang="en-US"/>
        </a:p>
      </dgm:t>
    </dgm:pt>
    <dgm:pt modelId="{742B1B2F-9754-4347-BB6D-131F0157599A}" type="sibTrans" cxnId="{64EC51A0-DFC2-4C5A-9934-F3F9D01B83F9}">
      <dgm:prSet/>
      <dgm:spPr/>
      <dgm:t>
        <a:bodyPr/>
        <a:lstStyle/>
        <a:p>
          <a:endParaRPr lang="en-US"/>
        </a:p>
      </dgm:t>
    </dgm:pt>
    <dgm:pt modelId="{BA907459-2F75-4493-A27A-53FF193D8D02}">
      <dgm:prSet/>
      <dgm:spPr/>
      <dgm:t>
        <a:bodyPr/>
        <a:lstStyle/>
        <a:p>
          <a:r>
            <a:rPr lang="en-US" dirty="0"/>
            <a:t>Who I Want to Be</a:t>
          </a:r>
        </a:p>
      </dgm:t>
    </dgm:pt>
    <dgm:pt modelId="{3A8FE700-BA78-436E-ABDC-24EFAA418A88}" type="parTrans" cxnId="{735ECEAF-05BF-4E04-8C98-DF7C444C9815}">
      <dgm:prSet/>
      <dgm:spPr/>
      <dgm:t>
        <a:bodyPr/>
        <a:lstStyle/>
        <a:p>
          <a:endParaRPr lang="en-US"/>
        </a:p>
      </dgm:t>
    </dgm:pt>
    <dgm:pt modelId="{4ECEE6B9-38C9-46E6-B201-14AE576A3523}" type="sibTrans" cxnId="{735ECEAF-05BF-4E04-8C98-DF7C444C9815}">
      <dgm:prSet/>
      <dgm:spPr/>
      <dgm:t>
        <a:bodyPr/>
        <a:lstStyle/>
        <a:p>
          <a:endParaRPr lang="en-US"/>
        </a:p>
      </dgm:t>
    </dgm:pt>
    <dgm:pt modelId="{FCCBE4C6-E1DA-436D-8896-409A784D630A}">
      <dgm:prSet/>
      <dgm:spPr/>
      <dgm:t>
        <a:bodyPr/>
        <a:lstStyle/>
        <a:p>
          <a:r>
            <a:rPr lang="en-US"/>
            <a:t>Would You Rather?</a:t>
          </a:r>
        </a:p>
      </dgm:t>
    </dgm:pt>
    <dgm:pt modelId="{951C83F4-13C8-4380-BBE0-F21731062220}" type="parTrans" cxnId="{A8BC749A-2CC1-4E80-AA52-30290EEB95BC}">
      <dgm:prSet/>
      <dgm:spPr/>
      <dgm:t>
        <a:bodyPr/>
        <a:lstStyle/>
        <a:p>
          <a:endParaRPr lang="en-US"/>
        </a:p>
      </dgm:t>
    </dgm:pt>
    <dgm:pt modelId="{BE948619-95C0-4B97-A92B-0860B046F468}" type="sibTrans" cxnId="{A8BC749A-2CC1-4E80-AA52-30290EEB95BC}">
      <dgm:prSet/>
      <dgm:spPr/>
      <dgm:t>
        <a:bodyPr/>
        <a:lstStyle/>
        <a:p>
          <a:endParaRPr lang="en-US"/>
        </a:p>
      </dgm:t>
    </dgm:pt>
    <dgm:pt modelId="{4CBA00C1-EC0A-488B-B4CB-40F60D6AB645}">
      <dgm:prSet/>
      <dgm:spPr/>
      <dgm:t>
        <a:bodyPr/>
        <a:lstStyle/>
        <a:p>
          <a:r>
            <a:rPr lang="en-US"/>
            <a:t>What Should You Do? (Scenarios)</a:t>
          </a:r>
        </a:p>
      </dgm:t>
    </dgm:pt>
    <dgm:pt modelId="{8969306D-9A0F-4434-9989-B6CFF3A0279F}" type="parTrans" cxnId="{428BEE43-C92D-4439-AA0F-77ABAC21FE83}">
      <dgm:prSet/>
      <dgm:spPr/>
      <dgm:t>
        <a:bodyPr/>
        <a:lstStyle/>
        <a:p>
          <a:endParaRPr lang="en-US"/>
        </a:p>
      </dgm:t>
    </dgm:pt>
    <dgm:pt modelId="{C683FA12-4DD0-466F-B76E-1EA8BD3B71E7}" type="sibTrans" cxnId="{428BEE43-C92D-4439-AA0F-77ABAC21FE83}">
      <dgm:prSet/>
      <dgm:spPr/>
      <dgm:t>
        <a:bodyPr/>
        <a:lstStyle/>
        <a:p>
          <a:endParaRPr lang="en-US"/>
        </a:p>
      </dgm:t>
    </dgm:pt>
    <dgm:pt modelId="{F9AFCA65-0900-4305-8070-3D91EE9B5414}">
      <dgm:prSet/>
      <dgm:spPr/>
      <dgm:t>
        <a:bodyPr/>
        <a:lstStyle/>
        <a:p>
          <a:r>
            <a:rPr lang="en-US"/>
            <a:t>Relationships with Others</a:t>
          </a:r>
        </a:p>
      </dgm:t>
    </dgm:pt>
    <dgm:pt modelId="{53DAF976-9FA9-4589-8DEB-9DCE13FB6B02}" type="parTrans" cxnId="{EF1F4023-0BF0-4417-BB79-7499E8579DDF}">
      <dgm:prSet/>
      <dgm:spPr/>
      <dgm:t>
        <a:bodyPr/>
        <a:lstStyle/>
        <a:p>
          <a:endParaRPr lang="en-US"/>
        </a:p>
      </dgm:t>
    </dgm:pt>
    <dgm:pt modelId="{8E424319-8B0D-44A9-B216-D08889D083CD}" type="sibTrans" cxnId="{EF1F4023-0BF0-4417-BB79-7499E8579DDF}">
      <dgm:prSet/>
      <dgm:spPr/>
      <dgm:t>
        <a:bodyPr/>
        <a:lstStyle/>
        <a:p>
          <a:endParaRPr lang="en-US"/>
        </a:p>
      </dgm:t>
    </dgm:pt>
    <dgm:pt modelId="{91C858C0-66C2-4C7D-A564-00D5659ECFAC}" type="pres">
      <dgm:prSet presAssocID="{D2C7F9D7-9CC3-4FA6-9ED9-542C088AEAD2}" presName="vert0" presStyleCnt="0">
        <dgm:presLayoutVars>
          <dgm:dir/>
          <dgm:animOne val="branch"/>
          <dgm:animLvl val="lvl"/>
        </dgm:presLayoutVars>
      </dgm:prSet>
      <dgm:spPr/>
    </dgm:pt>
    <dgm:pt modelId="{77B3AAED-B7E0-4F71-B8BC-34A5BEFDB16F}" type="pres">
      <dgm:prSet presAssocID="{580C7F09-D6CC-4B93-89DA-568FCAC45A44}" presName="thickLine" presStyleLbl="alignNode1" presStyleIdx="0" presStyleCnt="1"/>
      <dgm:spPr/>
    </dgm:pt>
    <dgm:pt modelId="{F4D4FF85-5BC2-40B3-9BFF-BC64833F94F6}" type="pres">
      <dgm:prSet presAssocID="{580C7F09-D6CC-4B93-89DA-568FCAC45A44}" presName="horz1" presStyleCnt="0"/>
      <dgm:spPr/>
    </dgm:pt>
    <dgm:pt modelId="{062D666F-EAA7-4904-BC2D-A8C3DA506BE6}" type="pres">
      <dgm:prSet presAssocID="{580C7F09-D6CC-4B93-89DA-568FCAC45A44}" presName="tx1" presStyleLbl="revTx" presStyleIdx="0" presStyleCnt="8"/>
      <dgm:spPr/>
    </dgm:pt>
    <dgm:pt modelId="{1B94EB1C-7EDB-4F55-955A-916E7D5552CD}" type="pres">
      <dgm:prSet presAssocID="{580C7F09-D6CC-4B93-89DA-568FCAC45A44}" presName="vert1" presStyleCnt="0"/>
      <dgm:spPr/>
    </dgm:pt>
    <dgm:pt modelId="{8468D0C7-3BD1-4DC8-9BE1-C7FDFC64192D}" type="pres">
      <dgm:prSet presAssocID="{1B3F2156-B5D9-46E7-9E25-ED9DF14841D3}" presName="vertSpace2a" presStyleCnt="0"/>
      <dgm:spPr/>
    </dgm:pt>
    <dgm:pt modelId="{14BEBE9D-F96F-4F9D-9170-F75AF0C02BB2}" type="pres">
      <dgm:prSet presAssocID="{1B3F2156-B5D9-46E7-9E25-ED9DF14841D3}" presName="horz2" presStyleCnt="0"/>
      <dgm:spPr/>
    </dgm:pt>
    <dgm:pt modelId="{9013932A-8516-47DE-A3E2-C631E36EDB0D}" type="pres">
      <dgm:prSet presAssocID="{1B3F2156-B5D9-46E7-9E25-ED9DF14841D3}" presName="horzSpace2" presStyleCnt="0"/>
      <dgm:spPr/>
    </dgm:pt>
    <dgm:pt modelId="{6B01EFCC-15D9-4E90-9AC5-8B1EFFFB17E8}" type="pres">
      <dgm:prSet presAssocID="{1B3F2156-B5D9-46E7-9E25-ED9DF14841D3}" presName="tx2" presStyleLbl="revTx" presStyleIdx="1" presStyleCnt="8"/>
      <dgm:spPr/>
    </dgm:pt>
    <dgm:pt modelId="{78A9EA1F-FDC6-48F0-981D-C659EA7BA329}" type="pres">
      <dgm:prSet presAssocID="{1B3F2156-B5D9-46E7-9E25-ED9DF14841D3}" presName="vert2" presStyleCnt="0"/>
      <dgm:spPr/>
    </dgm:pt>
    <dgm:pt modelId="{0D5DDD55-A669-46BA-99B6-55C62454DE86}" type="pres">
      <dgm:prSet presAssocID="{1B3F2156-B5D9-46E7-9E25-ED9DF14841D3}" presName="thinLine2b" presStyleLbl="callout" presStyleIdx="0" presStyleCnt="7"/>
      <dgm:spPr/>
    </dgm:pt>
    <dgm:pt modelId="{FED18D91-53C2-4333-B23E-32C382DE361E}" type="pres">
      <dgm:prSet presAssocID="{1B3F2156-B5D9-46E7-9E25-ED9DF14841D3}" presName="vertSpace2b" presStyleCnt="0"/>
      <dgm:spPr/>
    </dgm:pt>
    <dgm:pt modelId="{40FCF96C-CBC6-43FE-B24C-73E52DFA8699}" type="pres">
      <dgm:prSet presAssocID="{4A24D1E1-19D7-4B81-A0DC-F8A9C67BF8AA}" presName="horz2" presStyleCnt="0"/>
      <dgm:spPr/>
    </dgm:pt>
    <dgm:pt modelId="{3147D408-003C-4A12-8238-9D01E58C8431}" type="pres">
      <dgm:prSet presAssocID="{4A24D1E1-19D7-4B81-A0DC-F8A9C67BF8AA}" presName="horzSpace2" presStyleCnt="0"/>
      <dgm:spPr/>
    </dgm:pt>
    <dgm:pt modelId="{7A1F8A8D-918E-444A-B705-BB3B264992E1}" type="pres">
      <dgm:prSet presAssocID="{4A24D1E1-19D7-4B81-A0DC-F8A9C67BF8AA}" presName="tx2" presStyleLbl="revTx" presStyleIdx="2" presStyleCnt="8"/>
      <dgm:spPr/>
    </dgm:pt>
    <dgm:pt modelId="{B54769D4-2857-426F-B5D2-5EEBD8C494F4}" type="pres">
      <dgm:prSet presAssocID="{4A24D1E1-19D7-4B81-A0DC-F8A9C67BF8AA}" presName="vert2" presStyleCnt="0"/>
      <dgm:spPr/>
    </dgm:pt>
    <dgm:pt modelId="{CCFD4F62-211E-40B7-AE12-EA1164EAE206}" type="pres">
      <dgm:prSet presAssocID="{4A24D1E1-19D7-4B81-A0DC-F8A9C67BF8AA}" presName="thinLine2b" presStyleLbl="callout" presStyleIdx="1" presStyleCnt="7"/>
      <dgm:spPr/>
    </dgm:pt>
    <dgm:pt modelId="{9A14AF59-0E13-4F37-8561-CDFB5363894E}" type="pres">
      <dgm:prSet presAssocID="{4A24D1E1-19D7-4B81-A0DC-F8A9C67BF8AA}" presName="vertSpace2b" presStyleCnt="0"/>
      <dgm:spPr/>
    </dgm:pt>
    <dgm:pt modelId="{C39F1941-83AF-4725-A6AD-0F33C1E2F160}" type="pres">
      <dgm:prSet presAssocID="{B0C64D97-295C-4FD6-99C2-8BCB06E23421}" presName="horz2" presStyleCnt="0"/>
      <dgm:spPr/>
    </dgm:pt>
    <dgm:pt modelId="{75029008-FFA2-4C63-9E73-34B0B325E7AA}" type="pres">
      <dgm:prSet presAssocID="{B0C64D97-295C-4FD6-99C2-8BCB06E23421}" presName="horzSpace2" presStyleCnt="0"/>
      <dgm:spPr/>
    </dgm:pt>
    <dgm:pt modelId="{A02A0343-379C-4E71-A045-A15ABE947AAD}" type="pres">
      <dgm:prSet presAssocID="{B0C64D97-295C-4FD6-99C2-8BCB06E23421}" presName="tx2" presStyleLbl="revTx" presStyleIdx="3" presStyleCnt="8"/>
      <dgm:spPr/>
    </dgm:pt>
    <dgm:pt modelId="{8D8D16D3-0A1E-4CA0-A3AB-D7F841B87B37}" type="pres">
      <dgm:prSet presAssocID="{B0C64D97-295C-4FD6-99C2-8BCB06E23421}" presName="vert2" presStyleCnt="0"/>
      <dgm:spPr/>
    </dgm:pt>
    <dgm:pt modelId="{FE262AB8-4E06-44BC-8153-9D264EF54284}" type="pres">
      <dgm:prSet presAssocID="{B0C64D97-295C-4FD6-99C2-8BCB06E23421}" presName="thinLine2b" presStyleLbl="callout" presStyleIdx="2" presStyleCnt="7"/>
      <dgm:spPr/>
    </dgm:pt>
    <dgm:pt modelId="{3F29E65F-69E2-4F54-A5E4-E5EA2E6EBCAC}" type="pres">
      <dgm:prSet presAssocID="{B0C64D97-295C-4FD6-99C2-8BCB06E23421}" presName="vertSpace2b" presStyleCnt="0"/>
      <dgm:spPr/>
    </dgm:pt>
    <dgm:pt modelId="{30DD4931-AD66-4AD4-9034-6ED7ADA2DC99}" type="pres">
      <dgm:prSet presAssocID="{BA907459-2F75-4493-A27A-53FF193D8D02}" presName="horz2" presStyleCnt="0"/>
      <dgm:spPr/>
    </dgm:pt>
    <dgm:pt modelId="{2DA5E31C-92BA-49A8-A936-B723A78E35B9}" type="pres">
      <dgm:prSet presAssocID="{BA907459-2F75-4493-A27A-53FF193D8D02}" presName="horzSpace2" presStyleCnt="0"/>
      <dgm:spPr/>
    </dgm:pt>
    <dgm:pt modelId="{C4FF0E48-DA67-4E57-A7D0-48ABE8165A12}" type="pres">
      <dgm:prSet presAssocID="{BA907459-2F75-4493-A27A-53FF193D8D02}" presName="tx2" presStyleLbl="revTx" presStyleIdx="4" presStyleCnt="8"/>
      <dgm:spPr/>
    </dgm:pt>
    <dgm:pt modelId="{856741E9-90E6-437F-A3E6-634F3023AFA2}" type="pres">
      <dgm:prSet presAssocID="{BA907459-2F75-4493-A27A-53FF193D8D02}" presName="vert2" presStyleCnt="0"/>
      <dgm:spPr/>
    </dgm:pt>
    <dgm:pt modelId="{ACC91BAA-D909-4710-A93C-763C798D1226}" type="pres">
      <dgm:prSet presAssocID="{BA907459-2F75-4493-A27A-53FF193D8D02}" presName="thinLine2b" presStyleLbl="callout" presStyleIdx="3" presStyleCnt="7"/>
      <dgm:spPr/>
    </dgm:pt>
    <dgm:pt modelId="{770E0109-72D8-4C9B-8B56-988F53CFED34}" type="pres">
      <dgm:prSet presAssocID="{BA907459-2F75-4493-A27A-53FF193D8D02}" presName="vertSpace2b" presStyleCnt="0"/>
      <dgm:spPr/>
    </dgm:pt>
    <dgm:pt modelId="{5EDC8033-426F-4053-94FC-EF017C050E2D}" type="pres">
      <dgm:prSet presAssocID="{FCCBE4C6-E1DA-436D-8896-409A784D630A}" presName="horz2" presStyleCnt="0"/>
      <dgm:spPr/>
    </dgm:pt>
    <dgm:pt modelId="{0F2825FC-6435-44F2-82C2-55ED272BCFF6}" type="pres">
      <dgm:prSet presAssocID="{FCCBE4C6-E1DA-436D-8896-409A784D630A}" presName="horzSpace2" presStyleCnt="0"/>
      <dgm:spPr/>
    </dgm:pt>
    <dgm:pt modelId="{CB439340-E1B3-4E02-A623-0481AF50DD77}" type="pres">
      <dgm:prSet presAssocID="{FCCBE4C6-E1DA-436D-8896-409A784D630A}" presName="tx2" presStyleLbl="revTx" presStyleIdx="5" presStyleCnt="8"/>
      <dgm:spPr/>
    </dgm:pt>
    <dgm:pt modelId="{3D9E4F4D-6503-491A-AE0C-8B077CC1BFEA}" type="pres">
      <dgm:prSet presAssocID="{FCCBE4C6-E1DA-436D-8896-409A784D630A}" presName="vert2" presStyleCnt="0"/>
      <dgm:spPr/>
    </dgm:pt>
    <dgm:pt modelId="{0D51EF30-D8AD-4310-B122-2D36ED6FABF4}" type="pres">
      <dgm:prSet presAssocID="{FCCBE4C6-E1DA-436D-8896-409A784D630A}" presName="thinLine2b" presStyleLbl="callout" presStyleIdx="4" presStyleCnt="7"/>
      <dgm:spPr/>
    </dgm:pt>
    <dgm:pt modelId="{7ADF6700-2940-4A22-A3A0-FB0BAC63ED3A}" type="pres">
      <dgm:prSet presAssocID="{FCCBE4C6-E1DA-436D-8896-409A784D630A}" presName="vertSpace2b" presStyleCnt="0"/>
      <dgm:spPr/>
    </dgm:pt>
    <dgm:pt modelId="{392B7080-44A4-49DF-85C7-EBD0E7626638}" type="pres">
      <dgm:prSet presAssocID="{4CBA00C1-EC0A-488B-B4CB-40F60D6AB645}" presName="horz2" presStyleCnt="0"/>
      <dgm:spPr/>
    </dgm:pt>
    <dgm:pt modelId="{4B5667BF-D7F7-4176-BC14-1BBDEFB6CA9B}" type="pres">
      <dgm:prSet presAssocID="{4CBA00C1-EC0A-488B-B4CB-40F60D6AB645}" presName="horzSpace2" presStyleCnt="0"/>
      <dgm:spPr/>
    </dgm:pt>
    <dgm:pt modelId="{EF6717BC-CE96-4AD3-AECE-F1186659823B}" type="pres">
      <dgm:prSet presAssocID="{4CBA00C1-EC0A-488B-B4CB-40F60D6AB645}" presName="tx2" presStyleLbl="revTx" presStyleIdx="6" presStyleCnt="8"/>
      <dgm:spPr/>
    </dgm:pt>
    <dgm:pt modelId="{7C905DE4-5AD9-4C8F-8940-F7A60E4F057E}" type="pres">
      <dgm:prSet presAssocID="{4CBA00C1-EC0A-488B-B4CB-40F60D6AB645}" presName="vert2" presStyleCnt="0"/>
      <dgm:spPr/>
    </dgm:pt>
    <dgm:pt modelId="{0C0A29CE-2675-4635-9CEE-3A3A10880BD1}" type="pres">
      <dgm:prSet presAssocID="{4CBA00C1-EC0A-488B-B4CB-40F60D6AB645}" presName="thinLine2b" presStyleLbl="callout" presStyleIdx="5" presStyleCnt="7"/>
      <dgm:spPr/>
    </dgm:pt>
    <dgm:pt modelId="{84204A0F-7FBD-4183-A6A3-8187E8C281AC}" type="pres">
      <dgm:prSet presAssocID="{4CBA00C1-EC0A-488B-B4CB-40F60D6AB645}" presName="vertSpace2b" presStyleCnt="0"/>
      <dgm:spPr/>
    </dgm:pt>
    <dgm:pt modelId="{9D1D43BC-B5A2-4B8C-AA98-0D0EAC98678B}" type="pres">
      <dgm:prSet presAssocID="{F9AFCA65-0900-4305-8070-3D91EE9B5414}" presName="horz2" presStyleCnt="0"/>
      <dgm:spPr/>
    </dgm:pt>
    <dgm:pt modelId="{D70627BC-DEC0-4153-8FBB-8CCC2563F82E}" type="pres">
      <dgm:prSet presAssocID="{F9AFCA65-0900-4305-8070-3D91EE9B5414}" presName="horzSpace2" presStyleCnt="0"/>
      <dgm:spPr/>
    </dgm:pt>
    <dgm:pt modelId="{B0E2A251-1B3B-4467-BB11-B3543F83D2F6}" type="pres">
      <dgm:prSet presAssocID="{F9AFCA65-0900-4305-8070-3D91EE9B5414}" presName="tx2" presStyleLbl="revTx" presStyleIdx="7" presStyleCnt="8"/>
      <dgm:spPr/>
    </dgm:pt>
    <dgm:pt modelId="{E46AD946-14A6-4A31-831D-5E7F038685F8}" type="pres">
      <dgm:prSet presAssocID="{F9AFCA65-0900-4305-8070-3D91EE9B5414}" presName="vert2" presStyleCnt="0"/>
      <dgm:spPr/>
    </dgm:pt>
    <dgm:pt modelId="{9991BFD4-9035-427A-89C1-48B501D52399}" type="pres">
      <dgm:prSet presAssocID="{F9AFCA65-0900-4305-8070-3D91EE9B5414}" presName="thinLine2b" presStyleLbl="callout" presStyleIdx="6" presStyleCnt="7"/>
      <dgm:spPr/>
    </dgm:pt>
    <dgm:pt modelId="{55D3BDE5-020B-408E-AD5C-4BC1706F9CC6}" type="pres">
      <dgm:prSet presAssocID="{F9AFCA65-0900-4305-8070-3D91EE9B5414}" presName="vertSpace2b" presStyleCnt="0"/>
      <dgm:spPr/>
    </dgm:pt>
  </dgm:ptLst>
  <dgm:cxnLst>
    <dgm:cxn modelId="{EF1F4023-0BF0-4417-BB79-7499E8579DDF}" srcId="{580C7F09-D6CC-4B93-89DA-568FCAC45A44}" destId="{F9AFCA65-0900-4305-8070-3D91EE9B5414}" srcOrd="6" destOrd="0" parTransId="{53DAF976-9FA9-4589-8DEB-9DCE13FB6B02}" sibTransId="{8E424319-8B0D-44A9-B216-D08889D083CD}"/>
    <dgm:cxn modelId="{1A701D25-AF65-44D7-8A1A-D3721239A62E}" srcId="{580C7F09-D6CC-4B93-89DA-568FCAC45A44}" destId="{1B3F2156-B5D9-46E7-9E25-ED9DF14841D3}" srcOrd="0" destOrd="0" parTransId="{D4064A75-3444-4C19-875A-30D9452151AE}" sibTransId="{24BCAC94-488A-46E6-922E-4412A1B423E2}"/>
    <dgm:cxn modelId="{EEF72D30-5721-443B-B444-594D4E0A19A8}" srcId="{580C7F09-D6CC-4B93-89DA-568FCAC45A44}" destId="{4A24D1E1-19D7-4B81-A0DC-F8A9C67BF8AA}" srcOrd="1" destOrd="0" parTransId="{3FCA165A-8CCE-4BF8-8880-A7986CAC1F79}" sibTransId="{AD946D8C-E483-4CF8-A1C7-7F4F4C46E0CD}"/>
    <dgm:cxn modelId="{74A3E333-0F2D-4E96-BEE1-A4EE8ACE5F06}" type="presOf" srcId="{D2C7F9D7-9CC3-4FA6-9ED9-542C088AEAD2}" destId="{91C858C0-66C2-4C7D-A564-00D5659ECFAC}" srcOrd="0" destOrd="0" presId="urn:microsoft.com/office/officeart/2008/layout/LinedList"/>
    <dgm:cxn modelId="{428BEE43-C92D-4439-AA0F-77ABAC21FE83}" srcId="{580C7F09-D6CC-4B93-89DA-568FCAC45A44}" destId="{4CBA00C1-EC0A-488B-B4CB-40F60D6AB645}" srcOrd="5" destOrd="0" parTransId="{8969306D-9A0F-4434-9989-B6CFF3A0279F}" sibTransId="{C683FA12-4DD0-466F-B76E-1EA8BD3B71E7}"/>
    <dgm:cxn modelId="{3FA27385-BA69-4B7B-9B5B-B9747F5B0125}" type="presOf" srcId="{580C7F09-D6CC-4B93-89DA-568FCAC45A44}" destId="{062D666F-EAA7-4904-BC2D-A8C3DA506BE6}" srcOrd="0" destOrd="0" presId="urn:microsoft.com/office/officeart/2008/layout/LinedList"/>
    <dgm:cxn modelId="{661B938A-C64D-4AC7-B92D-05189C2F1C44}" type="presOf" srcId="{1B3F2156-B5D9-46E7-9E25-ED9DF14841D3}" destId="{6B01EFCC-15D9-4E90-9AC5-8B1EFFFB17E8}" srcOrd="0" destOrd="0" presId="urn:microsoft.com/office/officeart/2008/layout/LinedList"/>
    <dgm:cxn modelId="{DA0B1E91-B970-4EDC-AA23-4E6F38CE88E0}" type="presOf" srcId="{4CBA00C1-EC0A-488B-B4CB-40F60D6AB645}" destId="{EF6717BC-CE96-4AD3-AECE-F1186659823B}" srcOrd="0" destOrd="0" presId="urn:microsoft.com/office/officeart/2008/layout/LinedList"/>
    <dgm:cxn modelId="{A8BC749A-2CC1-4E80-AA52-30290EEB95BC}" srcId="{580C7F09-D6CC-4B93-89DA-568FCAC45A44}" destId="{FCCBE4C6-E1DA-436D-8896-409A784D630A}" srcOrd="4" destOrd="0" parTransId="{951C83F4-13C8-4380-BBE0-F21731062220}" sibTransId="{BE948619-95C0-4B97-A92B-0860B046F468}"/>
    <dgm:cxn modelId="{64EC51A0-DFC2-4C5A-9934-F3F9D01B83F9}" srcId="{580C7F09-D6CC-4B93-89DA-568FCAC45A44}" destId="{B0C64D97-295C-4FD6-99C2-8BCB06E23421}" srcOrd="2" destOrd="0" parTransId="{255BC008-0738-496C-BE74-EBE9C218426E}" sibTransId="{742B1B2F-9754-4347-BB6D-131F0157599A}"/>
    <dgm:cxn modelId="{735ECEAF-05BF-4E04-8C98-DF7C444C9815}" srcId="{580C7F09-D6CC-4B93-89DA-568FCAC45A44}" destId="{BA907459-2F75-4493-A27A-53FF193D8D02}" srcOrd="3" destOrd="0" parTransId="{3A8FE700-BA78-436E-ABDC-24EFAA418A88}" sibTransId="{4ECEE6B9-38C9-46E6-B201-14AE576A3523}"/>
    <dgm:cxn modelId="{33EB6CB9-760F-4490-88D5-21B61E0C9FC3}" type="presOf" srcId="{F9AFCA65-0900-4305-8070-3D91EE9B5414}" destId="{B0E2A251-1B3B-4467-BB11-B3543F83D2F6}" srcOrd="0" destOrd="0" presId="urn:microsoft.com/office/officeart/2008/layout/LinedList"/>
    <dgm:cxn modelId="{39E847C1-66CD-4363-9D84-F19C1D23F18E}" srcId="{D2C7F9D7-9CC3-4FA6-9ED9-542C088AEAD2}" destId="{580C7F09-D6CC-4B93-89DA-568FCAC45A44}" srcOrd="0" destOrd="0" parTransId="{175B1010-5283-4968-A93C-DEE398E76B15}" sibTransId="{7D22C351-46B8-4E46-B873-961F38528CAF}"/>
    <dgm:cxn modelId="{026551C9-BE52-4B91-A6A2-39D60A45D991}" type="presOf" srcId="{FCCBE4C6-E1DA-436D-8896-409A784D630A}" destId="{CB439340-E1B3-4E02-A623-0481AF50DD77}" srcOrd="0" destOrd="0" presId="urn:microsoft.com/office/officeart/2008/layout/LinedList"/>
    <dgm:cxn modelId="{551F67D2-5966-4BB3-B451-D1C2A94F30B6}" type="presOf" srcId="{4A24D1E1-19D7-4B81-A0DC-F8A9C67BF8AA}" destId="{7A1F8A8D-918E-444A-B705-BB3B264992E1}" srcOrd="0" destOrd="0" presId="urn:microsoft.com/office/officeart/2008/layout/LinedList"/>
    <dgm:cxn modelId="{7DCFF0D7-E6D5-4789-865B-E50B096D6C69}" type="presOf" srcId="{BA907459-2F75-4493-A27A-53FF193D8D02}" destId="{C4FF0E48-DA67-4E57-A7D0-48ABE8165A12}" srcOrd="0" destOrd="0" presId="urn:microsoft.com/office/officeart/2008/layout/LinedList"/>
    <dgm:cxn modelId="{76C522EF-F85B-4903-A3AF-F6D602B1A3C2}" type="presOf" srcId="{B0C64D97-295C-4FD6-99C2-8BCB06E23421}" destId="{A02A0343-379C-4E71-A045-A15ABE947AAD}" srcOrd="0" destOrd="0" presId="urn:microsoft.com/office/officeart/2008/layout/LinedList"/>
    <dgm:cxn modelId="{8026CBF6-855F-4C68-84BD-562FD34D14E1}" type="presParOf" srcId="{91C858C0-66C2-4C7D-A564-00D5659ECFAC}" destId="{77B3AAED-B7E0-4F71-B8BC-34A5BEFDB16F}" srcOrd="0" destOrd="0" presId="urn:microsoft.com/office/officeart/2008/layout/LinedList"/>
    <dgm:cxn modelId="{053AA7C4-670E-4954-A165-F15C2E5717FA}" type="presParOf" srcId="{91C858C0-66C2-4C7D-A564-00D5659ECFAC}" destId="{F4D4FF85-5BC2-40B3-9BFF-BC64833F94F6}" srcOrd="1" destOrd="0" presId="urn:microsoft.com/office/officeart/2008/layout/LinedList"/>
    <dgm:cxn modelId="{8D28CCB6-1ECE-4B44-89AC-7A7E4E266509}" type="presParOf" srcId="{F4D4FF85-5BC2-40B3-9BFF-BC64833F94F6}" destId="{062D666F-EAA7-4904-BC2D-A8C3DA506BE6}" srcOrd="0" destOrd="0" presId="urn:microsoft.com/office/officeart/2008/layout/LinedList"/>
    <dgm:cxn modelId="{D9B63A26-669F-4A8B-861A-4F8A2EE2B88D}" type="presParOf" srcId="{F4D4FF85-5BC2-40B3-9BFF-BC64833F94F6}" destId="{1B94EB1C-7EDB-4F55-955A-916E7D5552CD}" srcOrd="1" destOrd="0" presId="urn:microsoft.com/office/officeart/2008/layout/LinedList"/>
    <dgm:cxn modelId="{D3D3D289-62C2-439C-A407-62DCE07905F4}" type="presParOf" srcId="{1B94EB1C-7EDB-4F55-955A-916E7D5552CD}" destId="{8468D0C7-3BD1-4DC8-9BE1-C7FDFC64192D}" srcOrd="0" destOrd="0" presId="urn:microsoft.com/office/officeart/2008/layout/LinedList"/>
    <dgm:cxn modelId="{2618261A-F8DC-40BF-A70D-C1AEC3D88CDA}" type="presParOf" srcId="{1B94EB1C-7EDB-4F55-955A-916E7D5552CD}" destId="{14BEBE9D-F96F-4F9D-9170-F75AF0C02BB2}" srcOrd="1" destOrd="0" presId="urn:microsoft.com/office/officeart/2008/layout/LinedList"/>
    <dgm:cxn modelId="{5C91BC52-A032-4114-8EA1-BD21B37F33A1}" type="presParOf" srcId="{14BEBE9D-F96F-4F9D-9170-F75AF0C02BB2}" destId="{9013932A-8516-47DE-A3E2-C631E36EDB0D}" srcOrd="0" destOrd="0" presId="urn:microsoft.com/office/officeart/2008/layout/LinedList"/>
    <dgm:cxn modelId="{ACB38ACC-0A64-4CCB-80CE-E6DFBD74AA26}" type="presParOf" srcId="{14BEBE9D-F96F-4F9D-9170-F75AF0C02BB2}" destId="{6B01EFCC-15D9-4E90-9AC5-8B1EFFFB17E8}" srcOrd="1" destOrd="0" presId="urn:microsoft.com/office/officeart/2008/layout/LinedList"/>
    <dgm:cxn modelId="{AAE35CC0-1E9B-4F5B-B3F1-0F3BE193DE01}" type="presParOf" srcId="{14BEBE9D-F96F-4F9D-9170-F75AF0C02BB2}" destId="{78A9EA1F-FDC6-48F0-981D-C659EA7BA329}" srcOrd="2" destOrd="0" presId="urn:microsoft.com/office/officeart/2008/layout/LinedList"/>
    <dgm:cxn modelId="{97359491-1F77-41CD-A86A-CF3D28A29EAD}" type="presParOf" srcId="{1B94EB1C-7EDB-4F55-955A-916E7D5552CD}" destId="{0D5DDD55-A669-46BA-99B6-55C62454DE86}" srcOrd="2" destOrd="0" presId="urn:microsoft.com/office/officeart/2008/layout/LinedList"/>
    <dgm:cxn modelId="{79E4D29C-6C85-4A56-9A7C-981F5DCF52E1}" type="presParOf" srcId="{1B94EB1C-7EDB-4F55-955A-916E7D5552CD}" destId="{FED18D91-53C2-4333-B23E-32C382DE361E}" srcOrd="3" destOrd="0" presId="urn:microsoft.com/office/officeart/2008/layout/LinedList"/>
    <dgm:cxn modelId="{E79EDAB4-CD7C-4BA4-BE91-16154C0C06B1}" type="presParOf" srcId="{1B94EB1C-7EDB-4F55-955A-916E7D5552CD}" destId="{40FCF96C-CBC6-43FE-B24C-73E52DFA8699}" srcOrd="4" destOrd="0" presId="urn:microsoft.com/office/officeart/2008/layout/LinedList"/>
    <dgm:cxn modelId="{98C6F72E-7BD9-4F27-9610-2301FABB6903}" type="presParOf" srcId="{40FCF96C-CBC6-43FE-B24C-73E52DFA8699}" destId="{3147D408-003C-4A12-8238-9D01E58C8431}" srcOrd="0" destOrd="0" presId="urn:microsoft.com/office/officeart/2008/layout/LinedList"/>
    <dgm:cxn modelId="{DBCFBFBB-4C33-423A-955B-001A31C23DA5}" type="presParOf" srcId="{40FCF96C-CBC6-43FE-B24C-73E52DFA8699}" destId="{7A1F8A8D-918E-444A-B705-BB3B264992E1}" srcOrd="1" destOrd="0" presId="urn:microsoft.com/office/officeart/2008/layout/LinedList"/>
    <dgm:cxn modelId="{492F9636-7BE3-4EDB-8CBF-4B65416AB102}" type="presParOf" srcId="{40FCF96C-CBC6-43FE-B24C-73E52DFA8699}" destId="{B54769D4-2857-426F-B5D2-5EEBD8C494F4}" srcOrd="2" destOrd="0" presId="urn:microsoft.com/office/officeart/2008/layout/LinedList"/>
    <dgm:cxn modelId="{B88655FD-076B-422D-8E91-33F01E1CF7C5}" type="presParOf" srcId="{1B94EB1C-7EDB-4F55-955A-916E7D5552CD}" destId="{CCFD4F62-211E-40B7-AE12-EA1164EAE206}" srcOrd="5" destOrd="0" presId="urn:microsoft.com/office/officeart/2008/layout/LinedList"/>
    <dgm:cxn modelId="{26CE95BE-813A-438A-84DE-FC82A4D5CFAD}" type="presParOf" srcId="{1B94EB1C-7EDB-4F55-955A-916E7D5552CD}" destId="{9A14AF59-0E13-4F37-8561-CDFB5363894E}" srcOrd="6" destOrd="0" presId="urn:microsoft.com/office/officeart/2008/layout/LinedList"/>
    <dgm:cxn modelId="{8CC2EBD7-81D2-4655-94AD-38CB297FA380}" type="presParOf" srcId="{1B94EB1C-7EDB-4F55-955A-916E7D5552CD}" destId="{C39F1941-83AF-4725-A6AD-0F33C1E2F160}" srcOrd="7" destOrd="0" presId="urn:microsoft.com/office/officeart/2008/layout/LinedList"/>
    <dgm:cxn modelId="{E2F01119-101B-4E90-AC75-8C5813B0537C}" type="presParOf" srcId="{C39F1941-83AF-4725-A6AD-0F33C1E2F160}" destId="{75029008-FFA2-4C63-9E73-34B0B325E7AA}" srcOrd="0" destOrd="0" presId="urn:microsoft.com/office/officeart/2008/layout/LinedList"/>
    <dgm:cxn modelId="{8F62700A-2659-4DF9-AB45-E6AC7FE0E7D9}" type="presParOf" srcId="{C39F1941-83AF-4725-A6AD-0F33C1E2F160}" destId="{A02A0343-379C-4E71-A045-A15ABE947AAD}" srcOrd="1" destOrd="0" presId="urn:microsoft.com/office/officeart/2008/layout/LinedList"/>
    <dgm:cxn modelId="{479292FF-7860-4A74-8B5B-1FD605968FA8}" type="presParOf" srcId="{C39F1941-83AF-4725-A6AD-0F33C1E2F160}" destId="{8D8D16D3-0A1E-4CA0-A3AB-D7F841B87B37}" srcOrd="2" destOrd="0" presId="urn:microsoft.com/office/officeart/2008/layout/LinedList"/>
    <dgm:cxn modelId="{F573E02B-3206-44EE-9192-5C24154246B7}" type="presParOf" srcId="{1B94EB1C-7EDB-4F55-955A-916E7D5552CD}" destId="{FE262AB8-4E06-44BC-8153-9D264EF54284}" srcOrd="8" destOrd="0" presId="urn:microsoft.com/office/officeart/2008/layout/LinedList"/>
    <dgm:cxn modelId="{BC0F693F-191F-4691-B7FA-A3EE3367999A}" type="presParOf" srcId="{1B94EB1C-7EDB-4F55-955A-916E7D5552CD}" destId="{3F29E65F-69E2-4F54-A5E4-E5EA2E6EBCAC}" srcOrd="9" destOrd="0" presId="urn:microsoft.com/office/officeart/2008/layout/LinedList"/>
    <dgm:cxn modelId="{6BA5D782-6763-4460-9B2D-C0B103C5A5E6}" type="presParOf" srcId="{1B94EB1C-7EDB-4F55-955A-916E7D5552CD}" destId="{30DD4931-AD66-4AD4-9034-6ED7ADA2DC99}" srcOrd="10" destOrd="0" presId="urn:microsoft.com/office/officeart/2008/layout/LinedList"/>
    <dgm:cxn modelId="{42918C7B-D1F3-465D-AA84-769F6C3ACF85}" type="presParOf" srcId="{30DD4931-AD66-4AD4-9034-6ED7ADA2DC99}" destId="{2DA5E31C-92BA-49A8-A936-B723A78E35B9}" srcOrd="0" destOrd="0" presId="urn:microsoft.com/office/officeart/2008/layout/LinedList"/>
    <dgm:cxn modelId="{90569B0B-ED0E-408A-8AEB-34B0743A53B4}" type="presParOf" srcId="{30DD4931-AD66-4AD4-9034-6ED7ADA2DC99}" destId="{C4FF0E48-DA67-4E57-A7D0-48ABE8165A12}" srcOrd="1" destOrd="0" presId="urn:microsoft.com/office/officeart/2008/layout/LinedList"/>
    <dgm:cxn modelId="{5F22AB3C-FF2F-4BA7-BDC4-668445FAC0D9}" type="presParOf" srcId="{30DD4931-AD66-4AD4-9034-6ED7ADA2DC99}" destId="{856741E9-90E6-437F-A3E6-634F3023AFA2}" srcOrd="2" destOrd="0" presId="urn:microsoft.com/office/officeart/2008/layout/LinedList"/>
    <dgm:cxn modelId="{F67A9175-0D90-4EEB-82F4-526F23CC34F1}" type="presParOf" srcId="{1B94EB1C-7EDB-4F55-955A-916E7D5552CD}" destId="{ACC91BAA-D909-4710-A93C-763C798D1226}" srcOrd="11" destOrd="0" presId="urn:microsoft.com/office/officeart/2008/layout/LinedList"/>
    <dgm:cxn modelId="{E19DC357-8DD3-47D4-9972-DB1CD2F1F566}" type="presParOf" srcId="{1B94EB1C-7EDB-4F55-955A-916E7D5552CD}" destId="{770E0109-72D8-4C9B-8B56-988F53CFED34}" srcOrd="12" destOrd="0" presId="urn:microsoft.com/office/officeart/2008/layout/LinedList"/>
    <dgm:cxn modelId="{97BF425C-CAF2-4737-9DDC-C4049F59C387}" type="presParOf" srcId="{1B94EB1C-7EDB-4F55-955A-916E7D5552CD}" destId="{5EDC8033-426F-4053-94FC-EF017C050E2D}" srcOrd="13" destOrd="0" presId="urn:microsoft.com/office/officeart/2008/layout/LinedList"/>
    <dgm:cxn modelId="{787689D1-3FFC-437D-BA0F-9CD7182E375A}" type="presParOf" srcId="{5EDC8033-426F-4053-94FC-EF017C050E2D}" destId="{0F2825FC-6435-44F2-82C2-55ED272BCFF6}" srcOrd="0" destOrd="0" presId="urn:microsoft.com/office/officeart/2008/layout/LinedList"/>
    <dgm:cxn modelId="{2D9251B6-7D70-4CEF-BF6E-AE22F8E6AA23}" type="presParOf" srcId="{5EDC8033-426F-4053-94FC-EF017C050E2D}" destId="{CB439340-E1B3-4E02-A623-0481AF50DD77}" srcOrd="1" destOrd="0" presId="urn:microsoft.com/office/officeart/2008/layout/LinedList"/>
    <dgm:cxn modelId="{9D299AAB-10D6-4F76-BDDA-38529CC2707E}" type="presParOf" srcId="{5EDC8033-426F-4053-94FC-EF017C050E2D}" destId="{3D9E4F4D-6503-491A-AE0C-8B077CC1BFEA}" srcOrd="2" destOrd="0" presId="urn:microsoft.com/office/officeart/2008/layout/LinedList"/>
    <dgm:cxn modelId="{62DEF6A2-EA57-4B54-8C6B-5F6D8CF37922}" type="presParOf" srcId="{1B94EB1C-7EDB-4F55-955A-916E7D5552CD}" destId="{0D51EF30-D8AD-4310-B122-2D36ED6FABF4}" srcOrd="14" destOrd="0" presId="urn:microsoft.com/office/officeart/2008/layout/LinedList"/>
    <dgm:cxn modelId="{24B1B95D-B814-470C-A548-E7A91ACA7ADA}" type="presParOf" srcId="{1B94EB1C-7EDB-4F55-955A-916E7D5552CD}" destId="{7ADF6700-2940-4A22-A3A0-FB0BAC63ED3A}" srcOrd="15" destOrd="0" presId="urn:microsoft.com/office/officeart/2008/layout/LinedList"/>
    <dgm:cxn modelId="{83D8B31A-5F51-44C8-A97B-BEA81A943B6A}" type="presParOf" srcId="{1B94EB1C-7EDB-4F55-955A-916E7D5552CD}" destId="{392B7080-44A4-49DF-85C7-EBD0E7626638}" srcOrd="16" destOrd="0" presId="urn:microsoft.com/office/officeart/2008/layout/LinedList"/>
    <dgm:cxn modelId="{878BEBD3-3188-48FE-BB80-22B0CEA90C3A}" type="presParOf" srcId="{392B7080-44A4-49DF-85C7-EBD0E7626638}" destId="{4B5667BF-D7F7-4176-BC14-1BBDEFB6CA9B}" srcOrd="0" destOrd="0" presId="urn:microsoft.com/office/officeart/2008/layout/LinedList"/>
    <dgm:cxn modelId="{D9C5E704-18BA-4280-A458-9A6A692683CD}" type="presParOf" srcId="{392B7080-44A4-49DF-85C7-EBD0E7626638}" destId="{EF6717BC-CE96-4AD3-AECE-F1186659823B}" srcOrd="1" destOrd="0" presId="urn:microsoft.com/office/officeart/2008/layout/LinedList"/>
    <dgm:cxn modelId="{33475F2E-54CC-4BEB-8F69-57E46F5D5AEB}" type="presParOf" srcId="{392B7080-44A4-49DF-85C7-EBD0E7626638}" destId="{7C905DE4-5AD9-4C8F-8940-F7A60E4F057E}" srcOrd="2" destOrd="0" presId="urn:microsoft.com/office/officeart/2008/layout/LinedList"/>
    <dgm:cxn modelId="{0B303595-A2CE-4B39-9E20-BAA4B588E18E}" type="presParOf" srcId="{1B94EB1C-7EDB-4F55-955A-916E7D5552CD}" destId="{0C0A29CE-2675-4635-9CEE-3A3A10880BD1}" srcOrd="17" destOrd="0" presId="urn:microsoft.com/office/officeart/2008/layout/LinedList"/>
    <dgm:cxn modelId="{C4449FF5-5C39-48CB-BA58-B5227C88EAC4}" type="presParOf" srcId="{1B94EB1C-7EDB-4F55-955A-916E7D5552CD}" destId="{84204A0F-7FBD-4183-A6A3-8187E8C281AC}" srcOrd="18" destOrd="0" presId="urn:microsoft.com/office/officeart/2008/layout/LinedList"/>
    <dgm:cxn modelId="{30325B29-75F4-481B-B2AD-FA621F8C642E}" type="presParOf" srcId="{1B94EB1C-7EDB-4F55-955A-916E7D5552CD}" destId="{9D1D43BC-B5A2-4B8C-AA98-0D0EAC98678B}" srcOrd="19" destOrd="0" presId="urn:microsoft.com/office/officeart/2008/layout/LinedList"/>
    <dgm:cxn modelId="{82A1F561-B149-4DF2-8D85-FB3A9295CE21}" type="presParOf" srcId="{9D1D43BC-B5A2-4B8C-AA98-0D0EAC98678B}" destId="{D70627BC-DEC0-4153-8FBB-8CCC2563F82E}" srcOrd="0" destOrd="0" presId="urn:microsoft.com/office/officeart/2008/layout/LinedList"/>
    <dgm:cxn modelId="{F3863443-5AC4-4881-A7EA-0E8DEA5BCF3C}" type="presParOf" srcId="{9D1D43BC-B5A2-4B8C-AA98-0D0EAC98678B}" destId="{B0E2A251-1B3B-4467-BB11-B3543F83D2F6}" srcOrd="1" destOrd="0" presId="urn:microsoft.com/office/officeart/2008/layout/LinedList"/>
    <dgm:cxn modelId="{8E2E27DD-2785-481E-BD06-723515D74CD6}" type="presParOf" srcId="{9D1D43BC-B5A2-4B8C-AA98-0D0EAC98678B}" destId="{E46AD946-14A6-4A31-831D-5E7F038685F8}" srcOrd="2" destOrd="0" presId="urn:microsoft.com/office/officeart/2008/layout/LinedList"/>
    <dgm:cxn modelId="{1C132B65-F7BD-4F5C-B3EB-763E76DFA626}" type="presParOf" srcId="{1B94EB1C-7EDB-4F55-955A-916E7D5552CD}" destId="{9991BFD4-9035-427A-89C1-48B501D52399}" srcOrd="20" destOrd="0" presId="urn:microsoft.com/office/officeart/2008/layout/LinedList"/>
    <dgm:cxn modelId="{6B7922FC-4DA2-47B5-A67A-08BB84C6BABA}" type="presParOf" srcId="{1B94EB1C-7EDB-4F55-955A-916E7D5552CD}" destId="{55D3BDE5-020B-408E-AD5C-4BC1706F9CC6}" srcOrd="2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B3AAED-B7E0-4F71-B8BC-34A5BEFDB16F}">
      <dsp:nvSpPr>
        <dsp:cNvPr id="0" name=""/>
        <dsp:cNvSpPr/>
      </dsp:nvSpPr>
      <dsp:spPr>
        <a:xfrm>
          <a:off x="0" y="0"/>
          <a:ext cx="3886200"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2D666F-EAA7-4904-BC2D-A8C3DA506BE6}">
      <dsp:nvSpPr>
        <dsp:cNvPr id="0" name=""/>
        <dsp:cNvSpPr/>
      </dsp:nvSpPr>
      <dsp:spPr>
        <a:xfrm>
          <a:off x="0" y="0"/>
          <a:ext cx="777240" cy="32635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dirty="0"/>
            <a:t>Categories</a:t>
          </a:r>
        </a:p>
      </dsp:txBody>
      <dsp:txXfrm>
        <a:off x="0" y="0"/>
        <a:ext cx="777240" cy="3263504"/>
      </dsp:txXfrm>
    </dsp:sp>
    <dsp:sp modelId="{6B01EFCC-15D9-4E90-9AC5-8B1EFFFB17E8}">
      <dsp:nvSpPr>
        <dsp:cNvPr id="0" name=""/>
        <dsp:cNvSpPr/>
      </dsp:nvSpPr>
      <dsp:spPr>
        <a:xfrm>
          <a:off x="835533" y="22030"/>
          <a:ext cx="3050667" cy="4406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All About Me</a:t>
          </a:r>
        </a:p>
      </dsp:txBody>
      <dsp:txXfrm>
        <a:off x="835533" y="22030"/>
        <a:ext cx="3050667" cy="440604"/>
      </dsp:txXfrm>
    </dsp:sp>
    <dsp:sp modelId="{0D5DDD55-A669-46BA-99B6-55C62454DE86}">
      <dsp:nvSpPr>
        <dsp:cNvPr id="0" name=""/>
        <dsp:cNvSpPr/>
      </dsp:nvSpPr>
      <dsp:spPr>
        <a:xfrm>
          <a:off x="777240" y="462635"/>
          <a:ext cx="3108960" cy="0"/>
        </a:xfrm>
        <a:prstGeom prst="line">
          <a:avLst/>
        </a:prstGeom>
        <a:solidFill>
          <a:schemeClr val="accent3">
            <a:hueOff val="0"/>
            <a:satOff val="0"/>
            <a:lumOff val="0"/>
            <a:alphaOff val="0"/>
          </a:schemeClr>
        </a:solidFill>
        <a:ln w="1905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A1F8A8D-918E-444A-B705-BB3B264992E1}">
      <dsp:nvSpPr>
        <dsp:cNvPr id="0" name=""/>
        <dsp:cNvSpPr/>
      </dsp:nvSpPr>
      <dsp:spPr>
        <a:xfrm>
          <a:off x="835533" y="484665"/>
          <a:ext cx="3050667" cy="4406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Taking Care of Myself</a:t>
          </a:r>
        </a:p>
      </dsp:txBody>
      <dsp:txXfrm>
        <a:off x="835533" y="484665"/>
        <a:ext cx="3050667" cy="440604"/>
      </dsp:txXfrm>
    </dsp:sp>
    <dsp:sp modelId="{CCFD4F62-211E-40B7-AE12-EA1164EAE206}">
      <dsp:nvSpPr>
        <dsp:cNvPr id="0" name=""/>
        <dsp:cNvSpPr/>
      </dsp:nvSpPr>
      <dsp:spPr>
        <a:xfrm>
          <a:off x="777240" y="925270"/>
          <a:ext cx="3108960" cy="0"/>
        </a:xfrm>
        <a:prstGeom prst="line">
          <a:avLst/>
        </a:prstGeom>
        <a:solidFill>
          <a:schemeClr val="accent3">
            <a:hueOff val="0"/>
            <a:satOff val="0"/>
            <a:lumOff val="0"/>
            <a:alphaOff val="0"/>
          </a:schemeClr>
        </a:solidFill>
        <a:ln w="1905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02A0343-379C-4E71-A045-A15ABE947AAD}">
      <dsp:nvSpPr>
        <dsp:cNvPr id="0" name=""/>
        <dsp:cNvSpPr/>
      </dsp:nvSpPr>
      <dsp:spPr>
        <a:xfrm>
          <a:off x="835533" y="947300"/>
          <a:ext cx="3050667" cy="4406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Understanding Money</a:t>
          </a:r>
        </a:p>
      </dsp:txBody>
      <dsp:txXfrm>
        <a:off x="835533" y="947300"/>
        <a:ext cx="3050667" cy="440604"/>
      </dsp:txXfrm>
    </dsp:sp>
    <dsp:sp modelId="{FE262AB8-4E06-44BC-8153-9D264EF54284}">
      <dsp:nvSpPr>
        <dsp:cNvPr id="0" name=""/>
        <dsp:cNvSpPr/>
      </dsp:nvSpPr>
      <dsp:spPr>
        <a:xfrm>
          <a:off x="777240" y="1387905"/>
          <a:ext cx="3108960" cy="0"/>
        </a:xfrm>
        <a:prstGeom prst="line">
          <a:avLst/>
        </a:prstGeom>
        <a:solidFill>
          <a:schemeClr val="accent3">
            <a:hueOff val="0"/>
            <a:satOff val="0"/>
            <a:lumOff val="0"/>
            <a:alphaOff val="0"/>
          </a:schemeClr>
        </a:solidFill>
        <a:ln w="1905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4FF0E48-DA67-4E57-A7D0-48ABE8165A12}">
      <dsp:nvSpPr>
        <dsp:cNvPr id="0" name=""/>
        <dsp:cNvSpPr/>
      </dsp:nvSpPr>
      <dsp:spPr>
        <a:xfrm>
          <a:off x="835533" y="1409935"/>
          <a:ext cx="3050667" cy="4406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dirty="0"/>
            <a:t>Who I Want to Be</a:t>
          </a:r>
        </a:p>
      </dsp:txBody>
      <dsp:txXfrm>
        <a:off x="835533" y="1409935"/>
        <a:ext cx="3050667" cy="440604"/>
      </dsp:txXfrm>
    </dsp:sp>
    <dsp:sp modelId="{ACC91BAA-D909-4710-A93C-763C798D1226}">
      <dsp:nvSpPr>
        <dsp:cNvPr id="0" name=""/>
        <dsp:cNvSpPr/>
      </dsp:nvSpPr>
      <dsp:spPr>
        <a:xfrm>
          <a:off x="777240" y="1850540"/>
          <a:ext cx="3108960" cy="0"/>
        </a:xfrm>
        <a:prstGeom prst="line">
          <a:avLst/>
        </a:prstGeom>
        <a:solidFill>
          <a:schemeClr val="accent3">
            <a:hueOff val="0"/>
            <a:satOff val="0"/>
            <a:lumOff val="0"/>
            <a:alphaOff val="0"/>
          </a:schemeClr>
        </a:solidFill>
        <a:ln w="1905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B439340-E1B3-4E02-A623-0481AF50DD77}">
      <dsp:nvSpPr>
        <dsp:cNvPr id="0" name=""/>
        <dsp:cNvSpPr/>
      </dsp:nvSpPr>
      <dsp:spPr>
        <a:xfrm>
          <a:off x="835533" y="1872570"/>
          <a:ext cx="3050667" cy="4406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Would You Rather?</a:t>
          </a:r>
        </a:p>
      </dsp:txBody>
      <dsp:txXfrm>
        <a:off x="835533" y="1872570"/>
        <a:ext cx="3050667" cy="440604"/>
      </dsp:txXfrm>
    </dsp:sp>
    <dsp:sp modelId="{0D51EF30-D8AD-4310-B122-2D36ED6FABF4}">
      <dsp:nvSpPr>
        <dsp:cNvPr id="0" name=""/>
        <dsp:cNvSpPr/>
      </dsp:nvSpPr>
      <dsp:spPr>
        <a:xfrm>
          <a:off x="777240" y="2313175"/>
          <a:ext cx="3108960" cy="0"/>
        </a:xfrm>
        <a:prstGeom prst="line">
          <a:avLst/>
        </a:prstGeom>
        <a:solidFill>
          <a:schemeClr val="accent3">
            <a:hueOff val="0"/>
            <a:satOff val="0"/>
            <a:lumOff val="0"/>
            <a:alphaOff val="0"/>
          </a:schemeClr>
        </a:solidFill>
        <a:ln w="1905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F6717BC-CE96-4AD3-AECE-F1186659823B}">
      <dsp:nvSpPr>
        <dsp:cNvPr id="0" name=""/>
        <dsp:cNvSpPr/>
      </dsp:nvSpPr>
      <dsp:spPr>
        <a:xfrm>
          <a:off x="835533" y="2335206"/>
          <a:ext cx="3050667" cy="4406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What Should You Do? (Scenarios)</a:t>
          </a:r>
        </a:p>
      </dsp:txBody>
      <dsp:txXfrm>
        <a:off x="835533" y="2335206"/>
        <a:ext cx="3050667" cy="440604"/>
      </dsp:txXfrm>
    </dsp:sp>
    <dsp:sp modelId="{0C0A29CE-2675-4635-9CEE-3A3A10880BD1}">
      <dsp:nvSpPr>
        <dsp:cNvPr id="0" name=""/>
        <dsp:cNvSpPr/>
      </dsp:nvSpPr>
      <dsp:spPr>
        <a:xfrm>
          <a:off x="777240" y="2775810"/>
          <a:ext cx="3108960" cy="0"/>
        </a:xfrm>
        <a:prstGeom prst="line">
          <a:avLst/>
        </a:prstGeom>
        <a:solidFill>
          <a:schemeClr val="accent3">
            <a:hueOff val="0"/>
            <a:satOff val="0"/>
            <a:lumOff val="0"/>
            <a:alphaOff val="0"/>
          </a:schemeClr>
        </a:solidFill>
        <a:ln w="1905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0E2A251-1B3B-4467-BB11-B3543F83D2F6}">
      <dsp:nvSpPr>
        <dsp:cNvPr id="0" name=""/>
        <dsp:cNvSpPr/>
      </dsp:nvSpPr>
      <dsp:spPr>
        <a:xfrm>
          <a:off x="835533" y="2797841"/>
          <a:ext cx="3050667" cy="4406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kern="1200"/>
            <a:t>Relationships with Others</a:t>
          </a:r>
        </a:p>
      </dsp:txBody>
      <dsp:txXfrm>
        <a:off x="835533" y="2797841"/>
        <a:ext cx="3050667" cy="440604"/>
      </dsp:txXfrm>
    </dsp:sp>
    <dsp:sp modelId="{9991BFD4-9035-427A-89C1-48B501D52399}">
      <dsp:nvSpPr>
        <dsp:cNvPr id="0" name=""/>
        <dsp:cNvSpPr/>
      </dsp:nvSpPr>
      <dsp:spPr>
        <a:xfrm>
          <a:off x="777240" y="3238446"/>
          <a:ext cx="3108960" cy="0"/>
        </a:xfrm>
        <a:prstGeom prst="line">
          <a:avLst/>
        </a:prstGeom>
        <a:solidFill>
          <a:schemeClr val="accent3">
            <a:hueOff val="0"/>
            <a:satOff val="0"/>
            <a:lumOff val="0"/>
            <a:alphaOff val="0"/>
          </a:schemeClr>
        </a:solidFill>
        <a:ln w="19050" cap="flat" cmpd="sng" algn="ctr">
          <a:solidFill>
            <a:schemeClr val="accent3">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7" name="Google Shape;4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66876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30819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43243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242807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673605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64188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903625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81066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81244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394397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336949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36382773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226953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781324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32097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255987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719623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450153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127969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746471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6325406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80685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675850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360687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109420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431775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597825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796ebedc0f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796ebedc0f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268970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964786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9" name="Picture 18" descr="Plan Your Way OK - Pathways to Partnership Branding">
            <a:extLst>
              <a:ext uri="{FF2B5EF4-FFF2-40B4-BE49-F238E27FC236}">
                <a16:creationId xmlns:a16="http://schemas.microsoft.com/office/drawing/2014/main" id="{139458B0-30E7-2183-E0BC-314754192B05}"/>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0" y="0"/>
            <a:ext cx="9144000" cy="51435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4" name="Date Placeholder 3">
            <a:extLst>
              <a:ext uri="{FF2B5EF4-FFF2-40B4-BE49-F238E27FC236}">
                <a16:creationId xmlns:a16="http://schemas.microsoft.com/office/drawing/2014/main" id="{BECE081B-8AFD-D5FC-5BDA-93266454635F}"/>
              </a:ext>
            </a:extLst>
          </p:cNvPr>
          <p:cNvSpPr>
            <a:spLocks noGrp="1"/>
          </p:cNvSpPr>
          <p:nvPr>
            <p:ph type="dt" sz="half" idx="10"/>
          </p:nvPr>
        </p:nvSpPr>
        <p:spPr/>
        <p:txBody>
          <a:bodyPr/>
          <a:lstStyle/>
          <a:p>
            <a:fld id="{5A0FCB29-5841-415B-8794-5F64FD0A6698}" type="datetimeFigureOut">
              <a:rPr lang="en-US" smtClean="0"/>
              <a:t>6/9/2026</a:t>
            </a:fld>
            <a:endParaRPr lang="en-US" dirty="0"/>
          </a:p>
        </p:txBody>
      </p:sp>
      <p:sp>
        <p:nvSpPr>
          <p:cNvPr id="5" name="Footer Placeholder 4">
            <a:extLst>
              <a:ext uri="{FF2B5EF4-FFF2-40B4-BE49-F238E27FC236}">
                <a16:creationId xmlns:a16="http://schemas.microsoft.com/office/drawing/2014/main" id="{4D2B0962-935E-E563-68DF-7E0D400F6C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B47A3-5400-C06D-FC82-EDF5C8B0CE6F}"/>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9" name="Picture 8" descr="Blue and white sign&#10;&#10;">
            <a:extLst>
              <a:ext uri="{FF2B5EF4-FFF2-40B4-BE49-F238E27FC236}">
                <a16:creationId xmlns:a16="http://schemas.microsoft.com/office/drawing/2014/main" id="{88FB3550-3282-2683-4046-E0A6CAF7B85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5615306" cy="1596465"/>
          </a:xfrm>
          <a:prstGeom prst="rect">
            <a:avLst/>
          </a:prstGeom>
        </p:spPr>
      </p:pic>
      <p:sp>
        <p:nvSpPr>
          <p:cNvPr id="10" name="TextBox 9">
            <a:extLst>
              <a:ext uri="{FF2B5EF4-FFF2-40B4-BE49-F238E27FC236}">
                <a16:creationId xmlns:a16="http://schemas.microsoft.com/office/drawing/2014/main" id="{B5896585-3E93-1142-5556-DB1C5C7297CF}"/>
              </a:ext>
            </a:extLst>
          </p:cNvPr>
          <p:cNvSpPr txBox="1">
            <a:spLocks/>
          </p:cNvSpPr>
          <p:nvPr/>
        </p:nvSpPr>
        <p:spPr>
          <a:xfrm>
            <a:off x="5021745" y="3079692"/>
            <a:ext cx="3766931" cy="1661993"/>
          </a:xfrm>
          <a:prstGeom prst="rect">
            <a:avLst/>
          </a:prstGeom>
          <a:noFill/>
        </p:spPr>
        <p:txBody>
          <a:bodyPr wrap="square" rtlCol="0">
            <a:spAutoFit/>
          </a:bodyPr>
          <a:lstStyle/>
          <a:p>
            <a:r>
              <a:rPr lang="en-US" sz="1200" b="1" dirty="0">
                <a:latin typeface="Atkinson Hyperlegible Next" pitchFamily="50" charset="0"/>
              </a:rPr>
              <a:t>OKLAHOMA STATE DEPARTMENT OF EDUCATION</a:t>
            </a:r>
          </a:p>
          <a:p>
            <a:r>
              <a:rPr lang="en-US" sz="4500" b="1" dirty="0">
                <a:solidFill>
                  <a:schemeClr val="bg1"/>
                </a:solidFill>
                <a:latin typeface="Atkinson Hyperlegible Next" pitchFamily="50" charset="0"/>
              </a:rPr>
              <a:t>Pathways to Partnership</a:t>
            </a:r>
          </a:p>
        </p:txBody>
      </p:sp>
    </p:spTree>
    <p:extLst>
      <p:ext uri="{BB962C8B-B14F-4D97-AF65-F5344CB8AC3E}">
        <p14:creationId xmlns:p14="http://schemas.microsoft.com/office/powerpoint/2010/main" val="124047004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7" name="Picture 6" descr="A picture containing text, sign&#10;&#10;AI-generated content may be incorrect.">
            <a:extLst>
              <a:ext uri="{FF2B5EF4-FFF2-40B4-BE49-F238E27FC236}">
                <a16:creationId xmlns:a16="http://schemas.microsoft.com/office/drawing/2014/main" id="{57B7DEBE-00D3-4BD0-C762-E00DE9C300F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pic>
        <p:nvPicPr>
          <p:cNvPr id="10" name="Picture 9">
            <a:extLst>
              <a:ext uri="{FF2B5EF4-FFF2-40B4-BE49-F238E27FC236}">
                <a16:creationId xmlns:a16="http://schemas.microsoft.com/office/drawing/2014/main" id="{95D2809E-2FF8-ED01-3B87-17DF6F59A1A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4506685"/>
            <a:ext cx="3221736" cy="636815"/>
          </a:xfrm>
          <a:prstGeom prst="rect">
            <a:avLst/>
          </a:prstGeom>
        </p:spPr>
      </p:pic>
    </p:spTree>
    <p:extLst>
      <p:ext uri="{BB962C8B-B14F-4D97-AF65-F5344CB8AC3E}">
        <p14:creationId xmlns:p14="http://schemas.microsoft.com/office/powerpoint/2010/main" val="253752419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a:xfrm>
            <a:off x="628650" y="273844"/>
            <a:ext cx="7166508" cy="994172"/>
          </a:xfrm>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a:xfrm>
            <a:off x="628650" y="1369219"/>
            <a:ext cx="7166508"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3" name="Rectangle 12">
            <a:extLst>
              <a:ext uri="{FF2B5EF4-FFF2-40B4-BE49-F238E27FC236}">
                <a16:creationId xmlns:a16="http://schemas.microsoft.com/office/drawing/2014/main" id="{89B9583A-406C-A9D9-1041-5F6E4A7AACCD}"/>
              </a:ext>
            </a:extLst>
          </p:cNvPr>
          <p:cNvSpPr/>
          <p:nvPr/>
        </p:nvSpPr>
        <p:spPr>
          <a:xfrm>
            <a:off x="7795158" y="0"/>
            <a:ext cx="1348842" cy="5143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4" name="Picture 13" descr="Plan Your Way OK Logo">
            <a:extLst>
              <a:ext uri="{FF2B5EF4-FFF2-40B4-BE49-F238E27FC236}">
                <a16:creationId xmlns:a16="http://schemas.microsoft.com/office/drawing/2014/main" id="{47FC278A-E5C4-C003-38CF-8DC7285E66B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95158" y="4712442"/>
            <a:ext cx="1348842" cy="383484"/>
          </a:xfrm>
          <a:prstGeom prst="rect">
            <a:avLst/>
          </a:prstGeom>
        </p:spPr>
      </p:pic>
      <p:pic>
        <p:nvPicPr>
          <p:cNvPr id="23" name="Picture 22" descr="Icon&#10;&#10;AI-generated content may be incorrect.">
            <a:extLst>
              <a:ext uri="{FF2B5EF4-FFF2-40B4-BE49-F238E27FC236}">
                <a16:creationId xmlns:a16="http://schemas.microsoft.com/office/drawing/2014/main" id="{0A7B53E6-04A1-72A3-5FED-8ACC283AD8A2}"/>
              </a:ext>
            </a:extLst>
          </p:cNvPr>
          <p:cNvPicPr>
            <a:picLocks noChangeAspect="1"/>
          </p:cNvPicPr>
          <p:nvPr/>
        </p:nvPicPr>
        <p:blipFill>
          <a:blip r:embed="rId3" cstate="email">
            <a:extLst>
              <a:ext uri="{28A0092B-C50C-407E-A947-70E740481C1C}">
                <a14:useLocalDpi xmlns:a14="http://schemas.microsoft.com/office/drawing/2010/main"/>
              </a:ext>
            </a:extLst>
          </a:blip>
          <a:srcRect r="43033"/>
          <a:stretch>
            <a:fillRect/>
          </a:stretch>
        </p:blipFill>
        <p:spPr>
          <a:xfrm>
            <a:off x="7610302" y="273844"/>
            <a:ext cx="1533698" cy="2692241"/>
          </a:xfrm>
          <a:custGeom>
            <a:avLst/>
            <a:gdLst>
              <a:gd name="connsiteX0" fmla="*/ 0 w 2044930"/>
              <a:gd name="connsiteY0" fmla="*/ 0 h 3589655"/>
              <a:gd name="connsiteX1" fmla="*/ 2044930 w 2044930"/>
              <a:gd name="connsiteY1" fmla="*/ 0 h 3589655"/>
              <a:gd name="connsiteX2" fmla="*/ 2044930 w 2044930"/>
              <a:gd name="connsiteY2" fmla="*/ 3589655 h 3589655"/>
              <a:gd name="connsiteX3" fmla="*/ 0 w 2044930"/>
              <a:gd name="connsiteY3" fmla="*/ 3589655 h 3589655"/>
            </a:gdLst>
            <a:ahLst/>
            <a:cxnLst>
              <a:cxn ang="0">
                <a:pos x="connsiteX0" y="connsiteY0"/>
              </a:cxn>
              <a:cxn ang="0">
                <a:pos x="connsiteX1" y="connsiteY1"/>
              </a:cxn>
              <a:cxn ang="0">
                <a:pos x="connsiteX2" y="connsiteY2"/>
              </a:cxn>
              <a:cxn ang="0">
                <a:pos x="connsiteX3" y="connsiteY3"/>
              </a:cxn>
            </a:cxnLst>
            <a:rect l="l" t="t" r="r" b="b"/>
            <a:pathLst>
              <a:path w="2044930" h="3589655">
                <a:moveTo>
                  <a:pt x="0" y="0"/>
                </a:moveTo>
                <a:lnTo>
                  <a:pt x="2044930" y="0"/>
                </a:lnTo>
                <a:lnTo>
                  <a:pt x="2044930" y="3589655"/>
                </a:lnTo>
                <a:lnTo>
                  <a:pt x="0" y="3589655"/>
                </a:lnTo>
                <a:close/>
              </a:path>
            </a:pathLst>
          </a:custGeom>
        </p:spPr>
      </p:pic>
    </p:spTree>
    <p:extLst>
      <p:ext uri="{BB962C8B-B14F-4D97-AF65-F5344CB8AC3E}">
        <p14:creationId xmlns:p14="http://schemas.microsoft.com/office/powerpoint/2010/main" val="36033533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a:xfrm>
            <a:off x="2143125" y="273844"/>
            <a:ext cx="6372225" cy="994172"/>
          </a:xfrm>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a:xfrm>
            <a:off x="2143125" y="1369219"/>
            <a:ext cx="6372225"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3" name="Rectangle 12">
            <a:extLst>
              <a:ext uri="{FF2B5EF4-FFF2-40B4-BE49-F238E27FC236}">
                <a16:creationId xmlns:a16="http://schemas.microsoft.com/office/drawing/2014/main" id="{89B9583A-406C-A9D9-1041-5F6E4A7AACCD}"/>
              </a:ext>
            </a:extLst>
          </p:cNvPr>
          <p:cNvSpPr/>
          <p:nvPr/>
        </p:nvSpPr>
        <p:spPr>
          <a:xfrm>
            <a:off x="0" y="0"/>
            <a:ext cx="2057400" cy="5143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9" descr="Background pattern&#10;&#10;AI-generated content may be incorrect.">
            <a:extLst>
              <a:ext uri="{FF2B5EF4-FFF2-40B4-BE49-F238E27FC236}">
                <a16:creationId xmlns:a16="http://schemas.microsoft.com/office/drawing/2014/main" id="{C72F8F3C-7D49-A158-EC5F-3022C950E63C}"/>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 y="0"/>
            <a:ext cx="1828304" cy="5143500"/>
          </a:xfrm>
          <a:custGeom>
            <a:avLst/>
            <a:gdLst>
              <a:gd name="connsiteX0" fmla="*/ 0 w 2437739"/>
              <a:gd name="connsiteY0" fmla="*/ 0 h 6858000"/>
              <a:gd name="connsiteX1" fmla="*/ 2437739 w 2437739"/>
              <a:gd name="connsiteY1" fmla="*/ 0 h 6858000"/>
              <a:gd name="connsiteX2" fmla="*/ 2437739 w 2437739"/>
              <a:gd name="connsiteY2" fmla="*/ 6858000 h 6858000"/>
              <a:gd name="connsiteX3" fmla="*/ 0 w 243773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437739" h="6858000">
                <a:moveTo>
                  <a:pt x="0" y="0"/>
                </a:moveTo>
                <a:lnTo>
                  <a:pt x="2437739" y="0"/>
                </a:lnTo>
                <a:lnTo>
                  <a:pt x="2437739" y="6858000"/>
                </a:lnTo>
                <a:lnTo>
                  <a:pt x="0" y="6858000"/>
                </a:lnTo>
                <a:close/>
              </a:path>
            </a:pathLst>
          </a:custGeom>
        </p:spPr>
      </p:pic>
      <p:pic>
        <p:nvPicPr>
          <p:cNvPr id="11" name="Picture 10" descr="A picture containing text, sign&#10;&#10;AI-generated content may be incorrect.">
            <a:extLst>
              <a:ext uri="{FF2B5EF4-FFF2-40B4-BE49-F238E27FC236}">
                <a16:creationId xmlns:a16="http://schemas.microsoft.com/office/drawing/2014/main" id="{CD69CD18-3F01-36C8-B47D-93F8D18A3B1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spTree>
    <p:extLst>
      <p:ext uri="{BB962C8B-B14F-4D97-AF65-F5344CB8AC3E}">
        <p14:creationId xmlns:p14="http://schemas.microsoft.com/office/powerpoint/2010/main" val="42565775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2CE63-E0AC-12D5-504E-D5E0649AC35D}"/>
              </a:ext>
            </a:extLst>
          </p:cNvPr>
          <p:cNvSpPr>
            <a:spLocks noGrp="1"/>
          </p:cNvSpPr>
          <p:nvPr>
            <p:ph type="title"/>
          </p:nvPr>
        </p:nvSpPr>
        <p:spPr>
          <a:xfrm>
            <a:off x="623888" y="1282304"/>
            <a:ext cx="7886700" cy="2139553"/>
          </a:xfrm>
        </p:spPr>
        <p:txBody>
          <a:bodyPr anchor="b"/>
          <a:lstStyle>
            <a:lvl1pPr>
              <a:defRPr sz="45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41C9AB-DF52-8ECD-BBD1-A316181026E7}"/>
              </a:ext>
            </a:extLst>
          </p:cNvPr>
          <p:cNvSpPr>
            <a:spLocks noGrp="1"/>
          </p:cNvSpPr>
          <p:nvPr>
            <p:ph type="body" idx="1"/>
          </p:nvPr>
        </p:nvSpPr>
        <p:spPr>
          <a:xfrm>
            <a:off x="623888" y="3442098"/>
            <a:ext cx="7886700" cy="1125140"/>
          </a:xfrm>
        </p:spPr>
        <p:txBody>
          <a:bodyPr/>
          <a:lstStyle>
            <a:lvl1pPr marL="0" indent="0">
              <a:buNone/>
              <a:defRPr sz="180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6B21C6-CC72-77B5-9E5F-0C13AAD88DE0}"/>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FBAE9409-FC1C-D8F6-C164-6757762B13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FFD45-8A77-BD59-0A42-4632D180202C}"/>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13" name="Picture 12" descr="Background pattern&#10;&#10;AI-generated content may be incorrect.">
            <a:extLst>
              <a:ext uri="{FF2B5EF4-FFF2-40B4-BE49-F238E27FC236}">
                <a16:creationId xmlns:a16="http://schemas.microsoft.com/office/drawing/2014/main" id="{6DB361EA-32F9-14D2-D833-8C99C098F498}"/>
              </a:ext>
            </a:extLst>
          </p:cNvPr>
          <p:cNvPicPr/>
          <p:nvPr/>
        </p:nvPicPr>
        <p:blipFill>
          <a:blip r:embed="rId2" cstate="email">
            <a:extLst>
              <a:ext uri="{28A0092B-C50C-407E-A947-70E740481C1C}">
                <a14:useLocalDpi xmlns:a14="http://schemas.microsoft.com/office/drawing/2010/main"/>
              </a:ext>
            </a:extLst>
          </a:blip>
          <a:srcRect/>
          <a:stretch>
            <a:fillRect/>
          </a:stretch>
        </p:blipFill>
        <p:spPr>
          <a:xfrm>
            <a:off x="7942869" y="0"/>
            <a:ext cx="1201131" cy="4567238"/>
          </a:xfrm>
          <a:custGeom>
            <a:avLst/>
            <a:gdLst>
              <a:gd name="connsiteX0" fmla="*/ 0 w 1601508"/>
              <a:gd name="connsiteY0" fmla="*/ 0 h 6089650"/>
              <a:gd name="connsiteX1" fmla="*/ 1601508 w 1601508"/>
              <a:gd name="connsiteY1" fmla="*/ 0 h 6089650"/>
              <a:gd name="connsiteX2" fmla="*/ 1601508 w 1601508"/>
              <a:gd name="connsiteY2" fmla="*/ 6089650 h 6089650"/>
              <a:gd name="connsiteX3" fmla="*/ 0 w 1601508"/>
              <a:gd name="connsiteY3" fmla="*/ 6089650 h 6089650"/>
            </a:gdLst>
            <a:ahLst/>
            <a:cxnLst>
              <a:cxn ang="0">
                <a:pos x="connsiteX0" y="connsiteY0"/>
              </a:cxn>
              <a:cxn ang="0">
                <a:pos x="connsiteX1" y="connsiteY1"/>
              </a:cxn>
              <a:cxn ang="0">
                <a:pos x="connsiteX2" y="connsiteY2"/>
              </a:cxn>
              <a:cxn ang="0">
                <a:pos x="connsiteX3" y="connsiteY3"/>
              </a:cxn>
            </a:cxnLst>
            <a:rect l="l" t="t" r="r" b="b"/>
            <a:pathLst>
              <a:path w="1601508" h="6089650">
                <a:moveTo>
                  <a:pt x="0" y="0"/>
                </a:moveTo>
                <a:lnTo>
                  <a:pt x="1601508" y="0"/>
                </a:lnTo>
                <a:lnTo>
                  <a:pt x="1601508" y="6089650"/>
                </a:lnTo>
                <a:lnTo>
                  <a:pt x="0" y="6089650"/>
                </a:lnTo>
                <a:close/>
              </a:path>
            </a:pathLst>
          </a:custGeom>
        </p:spPr>
      </p:pic>
      <p:pic>
        <p:nvPicPr>
          <p:cNvPr id="9" name="Picture 8" descr="Plan Your Way OK Logo">
            <a:extLst>
              <a:ext uri="{FF2B5EF4-FFF2-40B4-BE49-F238E27FC236}">
                <a16:creationId xmlns:a16="http://schemas.microsoft.com/office/drawing/2014/main" id="{0D2C000A-F6E0-0CEB-2F25-076E4646A9EE}"/>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795158" y="4712442"/>
            <a:ext cx="1348842" cy="383484"/>
          </a:xfrm>
          <a:prstGeom prst="rect">
            <a:avLst/>
          </a:prstGeom>
        </p:spPr>
      </p:pic>
    </p:spTree>
    <p:extLst>
      <p:ext uri="{BB962C8B-B14F-4D97-AF65-F5344CB8AC3E}">
        <p14:creationId xmlns:p14="http://schemas.microsoft.com/office/powerpoint/2010/main" val="83709801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BAB54-1C3C-EBFA-9FBE-4D7D8D8CFFF3}"/>
              </a:ext>
            </a:extLst>
          </p:cNvPr>
          <p:cNvSpPr>
            <a:spLocks noGrp="1"/>
          </p:cNvSpPr>
          <p:nvPr>
            <p:ph type="title"/>
          </p:nvPr>
        </p:nvSpPr>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951D450-080D-55DB-32BC-50A1BA631553}"/>
              </a:ext>
            </a:extLst>
          </p:cNvPr>
          <p:cNvSpPr>
            <a:spLocks noGrp="1"/>
          </p:cNvSpPr>
          <p:nvPr>
            <p:ph sz="half" idx="1"/>
          </p:nvPr>
        </p:nvSpPr>
        <p:spPr>
          <a:xfrm>
            <a:off x="628650" y="1369219"/>
            <a:ext cx="3886200"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43D435D-C710-F2F3-4FB5-35A38A3377B7}"/>
              </a:ext>
            </a:extLst>
          </p:cNvPr>
          <p:cNvSpPr>
            <a:spLocks noGrp="1"/>
          </p:cNvSpPr>
          <p:nvPr>
            <p:ph sz="half" idx="2"/>
          </p:nvPr>
        </p:nvSpPr>
        <p:spPr>
          <a:xfrm>
            <a:off x="4629150" y="1369219"/>
            <a:ext cx="3886200"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6F8D41F-AE74-8968-9E13-DCA755771664}"/>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6" name="Footer Placeholder 5">
            <a:extLst>
              <a:ext uri="{FF2B5EF4-FFF2-40B4-BE49-F238E27FC236}">
                <a16:creationId xmlns:a16="http://schemas.microsoft.com/office/drawing/2014/main" id="{DE2B0B74-9008-0E52-1626-31E76F078B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C21EAB-BA46-BD81-25AD-22C0F01182E8}"/>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13" name="Picture 12" descr="A picture containing text, sign&#10;&#10;AI-generated content may be incorrect.">
            <a:extLst>
              <a:ext uri="{FF2B5EF4-FFF2-40B4-BE49-F238E27FC236}">
                <a16:creationId xmlns:a16="http://schemas.microsoft.com/office/drawing/2014/main" id="{1ED425B4-C0E5-001A-AB15-05901F4518B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pic>
        <p:nvPicPr>
          <p:cNvPr id="11" name="Picture 10">
            <a:extLst>
              <a:ext uri="{FF2B5EF4-FFF2-40B4-BE49-F238E27FC236}">
                <a16:creationId xmlns:a16="http://schemas.microsoft.com/office/drawing/2014/main" id="{A7DD659E-7975-D958-C65B-1D20286CF5F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flipV="1">
            <a:off x="1" y="-1"/>
            <a:ext cx="3232181" cy="510778"/>
          </a:xfrm>
          <a:prstGeom prst="rect">
            <a:avLst/>
          </a:prstGeom>
        </p:spPr>
      </p:pic>
    </p:spTree>
    <p:extLst>
      <p:ext uri="{BB962C8B-B14F-4D97-AF65-F5344CB8AC3E}">
        <p14:creationId xmlns:p14="http://schemas.microsoft.com/office/powerpoint/2010/main" val="30249642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2A6B0-58AE-7AD4-384A-A21D35E6B19C}"/>
              </a:ext>
            </a:extLst>
          </p:cNvPr>
          <p:cNvSpPr>
            <a:spLocks noGrp="1"/>
          </p:cNvSpPr>
          <p:nvPr>
            <p:ph type="title"/>
          </p:nvPr>
        </p:nvSpPr>
        <p:spPr>
          <a:xfrm>
            <a:off x="629841" y="273844"/>
            <a:ext cx="7886700" cy="994172"/>
          </a:xfrm>
        </p:spPr>
        <p:txBody>
          <a:bodyPr/>
          <a:lstStyle>
            <a:lvl1pPr>
              <a:defRPr>
                <a:solidFill>
                  <a:schemeClr val="accent6"/>
                </a:solidFill>
              </a:defRPr>
            </a:lvl1pPr>
          </a:lstStyle>
          <a:p>
            <a:r>
              <a:rPr lang="en-US"/>
              <a:t>Click to edit Master title style</a:t>
            </a:r>
          </a:p>
        </p:txBody>
      </p:sp>
      <p:sp>
        <p:nvSpPr>
          <p:cNvPr id="3" name="Text Placeholder 2">
            <a:extLst>
              <a:ext uri="{FF2B5EF4-FFF2-40B4-BE49-F238E27FC236}">
                <a16:creationId xmlns:a16="http://schemas.microsoft.com/office/drawing/2014/main" id="{0A7448A3-DD01-65AD-EBBC-7146509143B7}"/>
              </a:ext>
            </a:extLst>
          </p:cNvPr>
          <p:cNvSpPr>
            <a:spLocks noGrp="1"/>
          </p:cNvSpPr>
          <p:nvPr>
            <p:ph type="body" idx="1"/>
          </p:nvPr>
        </p:nvSpPr>
        <p:spPr>
          <a:xfrm>
            <a:off x="629842" y="1260872"/>
            <a:ext cx="3868340" cy="617934"/>
          </a:xfrm>
        </p:spPr>
        <p:txBody>
          <a:bodyPr anchor="b"/>
          <a:lstStyle>
            <a:lvl1pPr marL="0" indent="0">
              <a:buNone/>
              <a:defRPr sz="1800" b="1">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9D8997E1-A745-FAAC-DEE1-7FE99E3AB411}"/>
              </a:ext>
            </a:extLst>
          </p:cNvPr>
          <p:cNvSpPr>
            <a:spLocks noGrp="1"/>
          </p:cNvSpPr>
          <p:nvPr>
            <p:ph sz="half" idx="2"/>
          </p:nvPr>
        </p:nvSpPr>
        <p:spPr>
          <a:xfrm>
            <a:off x="629842" y="1878806"/>
            <a:ext cx="3868340" cy="2763441"/>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DE8BDB-7D3C-FCD3-7E11-4BE954110A37}"/>
              </a:ext>
            </a:extLst>
          </p:cNvPr>
          <p:cNvSpPr>
            <a:spLocks noGrp="1"/>
          </p:cNvSpPr>
          <p:nvPr>
            <p:ph type="body" sz="quarter" idx="3"/>
          </p:nvPr>
        </p:nvSpPr>
        <p:spPr>
          <a:xfrm>
            <a:off x="4629150" y="1260872"/>
            <a:ext cx="3887391" cy="617934"/>
          </a:xfrm>
        </p:spPr>
        <p:txBody>
          <a:bodyPr anchor="b"/>
          <a:lstStyle>
            <a:lvl1pPr marL="0" indent="0">
              <a:buNone/>
              <a:defRPr sz="1800" b="1">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84E6A2-92F9-ECE9-702A-B8DDD2817B63}"/>
              </a:ext>
            </a:extLst>
          </p:cNvPr>
          <p:cNvSpPr>
            <a:spLocks noGrp="1"/>
          </p:cNvSpPr>
          <p:nvPr>
            <p:ph sz="quarter" idx="4"/>
          </p:nvPr>
        </p:nvSpPr>
        <p:spPr>
          <a:xfrm>
            <a:off x="4629150" y="1878806"/>
            <a:ext cx="3887391" cy="2763441"/>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5470B1-DD5D-7EFA-E52D-4F5F033F5A48}"/>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8" name="Footer Placeholder 7">
            <a:extLst>
              <a:ext uri="{FF2B5EF4-FFF2-40B4-BE49-F238E27FC236}">
                <a16:creationId xmlns:a16="http://schemas.microsoft.com/office/drawing/2014/main" id="{3A21A241-ADD2-048D-336D-BCC674FA1B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813FFE-0983-8DC3-73F9-E49D9828F91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63869001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31F2B-EEA9-F8B4-57A5-A5733646EA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4C9FEC-72DF-3A11-BCF3-6D245B236A12}"/>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4" name="Footer Placeholder 3">
            <a:extLst>
              <a:ext uri="{FF2B5EF4-FFF2-40B4-BE49-F238E27FC236}">
                <a16:creationId xmlns:a16="http://schemas.microsoft.com/office/drawing/2014/main" id="{BDF47FED-2725-1A2D-459D-4C914B792E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E8D104-AEB0-9A03-8B60-2E9F1C2156AE}"/>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166314239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C971A4-F4E4-3E29-C3AE-27CC38CAFB9D}"/>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3" name="Footer Placeholder 2">
            <a:extLst>
              <a:ext uri="{FF2B5EF4-FFF2-40B4-BE49-F238E27FC236}">
                <a16:creationId xmlns:a16="http://schemas.microsoft.com/office/drawing/2014/main" id="{7F3C2477-D402-582E-9AB3-E781F52A98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AF667D-D414-EFAA-C9A9-8BC6F0C752E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9" name="TextBox 18">
            <a:extLst>
              <a:ext uri="{FF2B5EF4-FFF2-40B4-BE49-F238E27FC236}">
                <a16:creationId xmlns:a16="http://schemas.microsoft.com/office/drawing/2014/main" id="{0C825D5E-9956-F8F0-E3CC-882E78B1B24A}"/>
              </a:ext>
            </a:extLst>
          </p:cNvPr>
          <p:cNvSpPr txBox="1"/>
          <p:nvPr/>
        </p:nvSpPr>
        <p:spPr>
          <a:xfrm>
            <a:off x="0" y="2851354"/>
            <a:ext cx="9144000" cy="1938992"/>
          </a:xfrm>
          <a:prstGeom prst="rect">
            <a:avLst/>
          </a:prstGeom>
          <a:noFill/>
        </p:spPr>
        <p:txBody>
          <a:bodyPr wrap="square">
            <a:spAutoFit/>
          </a:bodyPr>
          <a:lstStyle/>
          <a:p>
            <a:pPr marL="0" marR="0">
              <a:buNone/>
            </a:pPr>
            <a:r>
              <a:rPr lang="en-US" sz="1500" kern="100" dirty="0">
                <a:solidFill>
                  <a:schemeClr val="bg1"/>
                </a:solidFill>
                <a:effectLst/>
                <a:latin typeface="Atkinson Hyperlegible Next" pitchFamily="50" charset="0"/>
                <a:ea typeface="Aptos" panose="020B0004020202020204" pitchFamily="34" charset="0"/>
                <a:cs typeface="Arial" panose="020B0604020202020204" pitchFamily="34" charset="0"/>
              </a:rPr>
              <a:t>The contents of this presentation were developed under grant HR421E230012 from the U.S. Department of Education (Department). The Department does not mandate or prescribe practices, models, or other activities described or discussed in this resource. The contents of this presentation may contain examples of, adaptations of, and links to resources created and maintained by another public or private organization. The Department does not control or guarantee the accuracy, relevance, timeliness, or completeness of this outside information. The content of this guide does not necessarily represent the policy of the Department. This presentation is not intended to represent the views or policy of or be an endorsement of any views expressed, or materials provided by any Federal agency. (EDGAR 75.620)</a:t>
            </a:r>
          </a:p>
        </p:txBody>
      </p:sp>
      <p:pic>
        <p:nvPicPr>
          <p:cNvPr id="20" name="Picture 19" descr="Blue and white sign&#10;&#10;">
            <a:extLst>
              <a:ext uri="{FF2B5EF4-FFF2-40B4-BE49-F238E27FC236}">
                <a16:creationId xmlns:a16="http://schemas.microsoft.com/office/drawing/2014/main" id="{5BEC89F8-650B-4C6A-0956-98114467CA4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0"/>
            <a:ext cx="5615306" cy="1596465"/>
          </a:xfrm>
          <a:prstGeom prst="rect">
            <a:avLst/>
          </a:prstGeom>
        </p:spPr>
      </p:pic>
    </p:spTree>
    <p:extLst>
      <p:ext uri="{BB962C8B-B14F-4D97-AF65-F5344CB8AC3E}">
        <p14:creationId xmlns:p14="http://schemas.microsoft.com/office/powerpoint/2010/main" val="3272293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797E-20D0-2A98-ED8E-A966D6B04645}"/>
              </a:ext>
            </a:extLst>
          </p:cNvPr>
          <p:cNvSpPr>
            <a:spLocks noGrp="1"/>
          </p:cNvSpPr>
          <p:nvPr>
            <p:ph type="title"/>
          </p:nvPr>
        </p:nvSpPr>
        <p:spPr>
          <a:xfrm>
            <a:off x="629841" y="342900"/>
            <a:ext cx="2949178" cy="1200150"/>
          </a:xfrm>
        </p:spPr>
        <p:txBody>
          <a:bodyPr anchor="b"/>
          <a:lstStyle>
            <a:lvl1pPr>
              <a:defRPr sz="2400">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E474DB-4646-51C7-D0B2-D2B4A7F40B3E}"/>
              </a:ext>
            </a:extLst>
          </p:cNvPr>
          <p:cNvSpPr>
            <a:spLocks noGrp="1"/>
          </p:cNvSpPr>
          <p:nvPr>
            <p:ph idx="1"/>
          </p:nvPr>
        </p:nvSpPr>
        <p:spPr>
          <a:xfrm>
            <a:off x="3887391" y="740569"/>
            <a:ext cx="4629150" cy="3655219"/>
          </a:xfrm>
        </p:spPr>
        <p:txBody>
          <a:bodyPr/>
          <a:lstStyle>
            <a:lvl1pPr>
              <a:defRPr sz="2400">
                <a:solidFill>
                  <a:schemeClr val="accent6"/>
                </a:solidFill>
              </a:defRPr>
            </a:lvl1pPr>
            <a:lvl2pPr>
              <a:defRPr sz="2100">
                <a:solidFill>
                  <a:schemeClr val="accent6"/>
                </a:solidFill>
              </a:defRPr>
            </a:lvl2pPr>
            <a:lvl3pPr>
              <a:defRPr sz="1800">
                <a:solidFill>
                  <a:schemeClr val="accent6"/>
                </a:solidFill>
              </a:defRPr>
            </a:lvl3pPr>
            <a:lvl4pPr>
              <a:defRPr sz="1500">
                <a:solidFill>
                  <a:schemeClr val="accent6"/>
                </a:solidFill>
              </a:defRPr>
            </a:lvl4pPr>
            <a:lvl5pPr>
              <a:defRPr sz="1500">
                <a:solidFill>
                  <a:schemeClr val="accent6"/>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A0E6259-55A1-5ECB-E304-8B5D09E3D655}"/>
              </a:ext>
            </a:extLst>
          </p:cNvPr>
          <p:cNvSpPr>
            <a:spLocks noGrp="1"/>
          </p:cNvSpPr>
          <p:nvPr>
            <p:ph type="body" sz="half" idx="2"/>
          </p:nvPr>
        </p:nvSpPr>
        <p:spPr>
          <a:xfrm>
            <a:off x="629841" y="1543050"/>
            <a:ext cx="2949178" cy="2858691"/>
          </a:xfrm>
        </p:spPr>
        <p:txBody>
          <a:bodyPr/>
          <a:lstStyle>
            <a:lvl1pPr marL="0" indent="0">
              <a:buNone/>
              <a:defRPr sz="1200">
                <a:solidFill>
                  <a:schemeClr val="accent6"/>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4555984-9C93-D302-B247-0B332F3E3327}"/>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6" name="Footer Placeholder 5">
            <a:extLst>
              <a:ext uri="{FF2B5EF4-FFF2-40B4-BE49-F238E27FC236}">
                <a16:creationId xmlns:a16="http://schemas.microsoft.com/office/drawing/2014/main" id="{CA023BDF-FA82-E879-700A-49DB7947A8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82CF2F-24FE-9AB7-8E00-E1422BB7D2D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0999283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01CB0-D132-956C-437E-AA8483FF3C1E}"/>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5F91019-239B-5254-23D0-7BFF0BB7EECA}"/>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19D27294-CA0E-5F41-3E77-B1E93821B14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5CBA06-0262-5CCA-896C-315678CA03CB}"/>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6" name="Footer Placeholder 5">
            <a:extLst>
              <a:ext uri="{FF2B5EF4-FFF2-40B4-BE49-F238E27FC236}">
                <a16:creationId xmlns:a16="http://schemas.microsoft.com/office/drawing/2014/main" id="{14A559DD-E897-2037-B8D3-87F77163AF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2C6381-C81F-0B65-9751-34AF66EB0438}"/>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152533581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6B1B8-B1FB-F610-2A5A-55443DC99ABC}"/>
              </a:ext>
            </a:extLst>
          </p:cNvPr>
          <p:cNvSpPr>
            <a:spLocks noGrp="1"/>
          </p:cNvSpPr>
          <p:nvPr>
            <p:ph type="title"/>
          </p:nvPr>
        </p:nvSpPr>
        <p:spPr>
          <a:xfrm>
            <a:off x="628650" y="273844"/>
            <a:ext cx="7886700" cy="994172"/>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012450-33DB-46B2-C9F1-991A0B7D90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25530D-6B47-F166-43BF-A9A7852922F6}"/>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919DBC34-0E2C-CD97-F397-4BF8166D8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973274-6134-DF2D-8DDD-83A46F94656D}"/>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08431801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EB3855-56F0-C304-A6DF-0CC85FFF957A}"/>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C01C01-BA2B-E96A-7162-000D9E215165}"/>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B8FEF-5B76-9F7B-D574-FBB4E29C12A1}"/>
              </a:ext>
            </a:extLst>
          </p:cNvPr>
          <p:cNvSpPr>
            <a:spLocks noGrp="1"/>
          </p:cNvSpPr>
          <p:nvPr>
            <p:ph type="dt" sz="half" idx="10"/>
          </p:nvPr>
        </p:nvSpPr>
        <p:spPr/>
        <p:txBody>
          <a:body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D5324E18-936A-ACDC-0523-1FF03EBC0C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A9CD96-9B36-D774-9148-7AA16D6B27B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96690363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6"/>
        <p:cNvGrpSpPr/>
        <p:nvPr/>
      </p:nvGrpSpPr>
      <p:grpSpPr>
        <a:xfrm>
          <a:off x="0" y="0"/>
          <a:ext cx="0" cy="0"/>
          <a:chOff x="0" y="0"/>
          <a:chExt cx="0" cy="0"/>
        </a:xfrm>
      </p:grpSpPr>
      <p:sp>
        <p:nvSpPr>
          <p:cNvPr id="28" name="Google Shape;28;p4"/>
          <p:cNvSpPr txBox="1">
            <a:spLocks noGrp="1"/>
          </p:cNvSpPr>
          <p:nvPr>
            <p:ph type="subTitle" idx="1"/>
          </p:nvPr>
        </p:nvSpPr>
        <p:spPr>
          <a:xfrm>
            <a:off x="621575" y="1228437"/>
            <a:ext cx="7878300" cy="365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200"/>
            </a:lvl1pPr>
            <a:lvl2pPr lvl="1" rtl="0">
              <a:lnSpc>
                <a:spcPct val="100000"/>
              </a:lnSpc>
              <a:spcBef>
                <a:spcPts val="0"/>
              </a:spcBef>
              <a:spcAft>
                <a:spcPts val="0"/>
              </a:spcAft>
              <a:buNone/>
              <a:defRPr sz="1200"/>
            </a:lvl2pPr>
            <a:lvl3pPr lvl="2" rtl="0">
              <a:lnSpc>
                <a:spcPct val="100000"/>
              </a:lnSpc>
              <a:spcBef>
                <a:spcPts val="0"/>
              </a:spcBef>
              <a:spcAft>
                <a:spcPts val="0"/>
              </a:spcAft>
              <a:buNone/>
              <a:defRPr sz="1200"/>
            </a:lvl3pPr>
            <a:lvl4pPr lvl="3" rtl="0">
              <a:lnSpc>
                <a:spcPct val="100000"/>
              </a:lnSpc>
              <a:spcBef>
                <a:spcPts val="0"/>
              </a:spcBef>
              <a:spcAft>
                <a:spcPts val="0"/>
              </a:spcAft>
              <a:buNone/>
              <a:defRPr sz="1200"/>
            </a:lvl4pPr>
            <a:lvl5pPr lvl="4" rtl="0">
              <a:lnSpc>
                <a:spcPct val="100000"/>
              </a:lnSpc>
              <a:spcBef>
                <a:spcPts val="0"/>
              </a:spcBef>
              <a:spcAft>
                <a:spcPts val="0"/>
              </a:spcAft>
              <a:buNone/>
              <a:defRPr sz="1200"/>
            </a:lvl5pPr>
            <a:lvl6pPr lvl="5" rtl="0">
              <a:lnSpc>
                <a:spcPct val="100000"/>
              </a:lnSpc>
              <a:spcBef>
                <a:spcPts val="0"/>
              </a:spcBef>
              <a:spcAft>
                <a:spcPts val="0"/>
              </a:spcAft>
              <a:buNone/>
              <a:defRPr sz="1200"/>
            </a:lvl6pPr>
            <a:lvl7pPr lvl="6" rtl="0">
              <a:lnSpc>
                <a:spcPct val="100000"/>
              </a:lnSpc>
              <a:spcBef>
                <a:spcPts val="0"/>
              </a:spcBef>
              <a:spcAft>
                <a:spcPts val="0"/>
              </a:spcAft>
              <a:buNone/>
              <a:defRPr sz="1200"/>
            </a:lvl7pPr>
            <a:lvl8pPr lvl="7" rtl="0">
              <a:lnSpc>
                <a:spcPct val="100000"/>
              </a:lnSpc>
              <a:spcBef>
                <a:spcPts val="0"/>
              </a:spcBef>
              <a:spcAft>
                <a:spcPts val="0"/>
              </a:spcAft>
              <a:buNone/>
              <a:defRPr sz="1200"/>
            </a:lvl8pPr>
            <a:lvl9pPr lvl="8" rtl="0">
              <a:lnSpc>
                <a:spcPct val="100000"/>
              </a:lnSpc>
              <a:spcBef>
                <a:spcPts val="0"/>
              </a:spcBef>
              <a:spcAft>
                <a:spcPts val="0"/>
              </a:spcAft>
              <a:buNone/>
              <a:defRPr sz="1200"/>
            </a:lvl9pPr>
          </a:lstStyle>
          <a:p>
            <a:endParaRPr/>
          </a:p>
        </p:txBody>
      </p:sp>
      <p:sp>
        <p:nvSpPr>
          <p:cNvPr id="29" name="Google Shape;29;p4"/>
          <p:cNvSpPr txBox="1">
            <a:spLocks noGrp="1"/>
          </p:cNvSpPr>
          <p:nvPr>
            <p:ph type="title"/>
          </p:nvPr>
        </p:nvSpPr>
        <p:spPr>
          <a:xfrm>
            <a:off x="625300" y="315813"/>
            <a:ext cx="7704000" cy="707700"/>
          </a:xfrm>
          <a:prstGeom prst="rect">
            <a:avLst/>
          </a:prstGeom>
        </p:spPr>
        <p:txBody>
          <a:bodyPr spcFirstLastPara="1" wrap="square" lIns="91425" tIns="91425" rIns="91425" bIns="91425" anchor="t" anchorCtr="0">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38589019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E16F9E-B503-4375-8A4D-6043A8332E55}"/>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E8DFE7B-6603-70CF-9AEE-795CEF9F1610}"/>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3302374-0F3E-D7EA-9840-D41A1B5E2838}"/>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5A0FCB29-5841-415B-8794-5F64FD0A6698}" type="datetimeFigureOut">
              <a:rPr lang="en-US" smtClean="0"/>
              <a:t>6/9/2026</a:t>
            </a:fld>
            <a:endParaRPr lang="en-US"/>
          </a:p>
        </p:txBody>
      </p:sp>
      <p:sp>
        <p:nvSpPr>
          <p:cNvPr id="5" name="Footer Placeholder 4">
            <a:extLst>
              <a:ext uri="{FF2B5EF4-FFF2-40B4-BE49-F238E27FC236}">
                <a16:creationId xmlns:a16="http://schemas.microsoft.com/office/drawing/2014/main" id="{081E32A8-3DF3-98E8-9BAA-72AE74CEF600}"/>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51C83A0-7ED6-646B-993E-492C43B64389}"/>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2B5664E2-3A40-4D1A-BF40-1793ED3F7EF0}" type="slidenum">
              <a:rPr lang="en-US" smtClean="0"/>
              <a:t>‹#›</a:t>
            </a:fld>
            <a:endParaRPr lang="en-US"/>
          </a:p>
        </p:txBody>
      </p:sp>
    </p:spTree>
    <p:extLst>
      <p:ext uri="{BB962C8B-B14F-4D97-AF65-F5344CB8AC3E}">
        <p14:creationId xmlns:p14="http://schemas.microsoft.com/office/powerpoint/2010/main" val="1464357206"/>
      </p:ext>
    </p:extLst>
  </p:cSld>
  <p:clrMap bg1="lt1" tx1="dk1" bg2="lt2" tx2="dk2" accent1="accent1" accent2="accent2" accent3="accent3" accent4="accent4" accent5="accent5" accent6="accent6" hlink="hlink" folHlink="folHlink"/>
  <p:sldLayoutIdLst>
    <p:sldLayoutId id="2147483946" r:id="rId1"/>
    <p:sldLayoutId id="2147483947" r:id="rId2"/>
    <p:sldLayoutId id="2147483948" r:id="rId3"/>
    <p:sldLayoutId id="2147483949" r:id="rId4"/>
    <p:sldLayoutId id="2147483950" r:id="rId5"/>
    <p:sldLayoutId id="2147483951" r:id="rId6"/>
    <p:sldLayoutId id="2147483952" r:id="rId7"/>
    <p:sldLayoutId id="2147483953" r:id="rId8"/>
    <p:sldLayoutId id="2147483954" r:id="rId9"/>
    <p:sldLayoutId id="2147483955" r:id="rId10"/>
    <p:sldLayoutId id="2147483956" r:id="rId11"/>
    <p:sldLayoutId id="2147483957" r:id="rId12"/>
    <p:sldLayoutId id="2147483958" r:id="rId13"/>
    <p:sldLayoutId id="2147483964" r:id="rId14"/>
  </p:sldLayoutIdLst>
  <p:transition spd="slow">
    <p:push/>
  </p:transition>
  <p:hf sldNum="0" hdr="0" ftr="0" dt="0"/>
  <p:txStyles>
    <p:titleStyle>
      <a:lvl1pPr algn="l" defTabSz="685800" rtl="0" eaLnBrk="1" latinLnBrk="0" hangingPunct="1">
        <a:lnSpc>
          <a:spcPct val="90000"/>
        </a:lnSpc>
        <a:spcBef>
          <a:spcPct val="0"/>
        </a:spcBef>
        <a:buNone/>
        <a:defRPr sz="3300" kern="1200">
          <a:solidFill>
            <a:schemeClr val="accent6"/>
          </a:solidFill>
          <a:latin typeface="Atkinson Hyperlegible Next" pitchFamily="50"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accent6"/>
          </a:solidFill>
          <a:latin typeface="Atkinson Hyperlegible Next"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accent6"/>
          </a:solidFill>
          <a:latin typeface="Atkinson Hyperlegible Next"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accent6"/>
          </a:solidFill>
          <a:latin typeface="Atkinson Hyperlegible Next"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accent6"/>
          </a:solidFill>
          <a:latin typeface="Atkinson Hyperlegible Next"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accent6"/>
          </a:solidFill>
          <a:latin typeface="Atkinson Hyperlegible Next"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4.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4.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4.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14.xml"/><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14.xml"/><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14.xml"/><Relationship Id="rId4" Type="http://schemas.openxmlformats.org/officeDocument/2006/relationships/image" Target="../media/image40.png"/></Relationships>
</file>

<file path=ppt/slides/_rels/slide2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3.xml"/><Relationship Id="rId1" Type="http://schemas.openxmlformats.org/officeDocument/2006/relationships/slideLayout" Target="../slideLayouts/slideLayout14.xml"/><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14.xml"/><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14.xml"/><Relationship Id="rId4" Type="http://schemas.openxmlformats.org/officeDocument/2006/relationships/image" Target="../media/image48.png"/></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7.xml"/><Relationship Id="rId1" Type="http://schemas.openxmlformats.org/officeDocument/2006/relationships/slideLayout" Target="../slideLayouts/slideLayout14.xml"/><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60" name="Google Shape;460;p64"/>
          <p:cNvSpPr txBox="1">
            <a:spLocks noGrp="1"/>
          </p:cNvSpPr>
          <p:nvPr>
            <p:ph type="title"/>
          </p:nvPr>
        </p:nvSpPr>
        <p:spPr/>
        <p:txBody>
          <a:bodyPr spcFirstLastPara="1" lIns="91425" tIns="91425" rIns="91425" bIns="91425" anchor="b" anchorCtr="0">
            <a:normAutofit/>
          </a:bodyPr>
          <a:lstStyle/>
          <a:p>
            <a:pPr marL="0" lvl="0" indent="0" rtl="0">
              <a:spcBef>
                <a:spcPts val="0"/>
              </a:spcBef>
              <a:spcAft>
                <a:spcPts val="0"/>
              </a:spcAft>
              <a:buNone/>
            </a:pPr>
            <a:r>
              <a:rPr lang="en-US" dirty="0"/>
              <a:t>Module 5-B</a:t>
            </a:r>
            <a:br>
              <a:rPr lang="en-US" dirty="0"/>
            </a:br>
            <a:r>
              <a:rPr lang="en-US" dirty="0"/>
              <a:t>Bell Ringers</a:t>
            </a:r>
          </a:p>
        </p:txBody>
      </p:sp>
    </p:spTree>
    <p:extLst>
      <p:ext uri="{BB962C8B-B14F-4D97-AF65-F5344CB8AC3E}">
        <p14:creationId xmlns:p14="http://schemas.microsoft.com/office/powerpoint/2010/main" val="2155890656"/>
      </p:ext>
    </p:extLst>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Bell Ringers in the Classroom</a:t>
            </a:r>
            <a:endParaRPr sz="4000" dirty="0">
              <a:latin typeface="Verdana Pro" panose="020B0604030504040204" pitchFamily="34" charset="0"/>
            </a:endParaRPr>
          </a:p>
        </p:txBody>
      </p:sp>
      <p:sp>
        <p:nvSpPr>
          <p:cNvPr id="466" name="Google Shape;466;p65"/>
          <p:cNvSpPr txBox="1">
            <a:spLocks noGrp="1"/>
          </p:cNvSpPr>
          <p:nvPr>
            <p:ph type="subTitle" idx="1"/>
          </p:nvPr>
        </p:nvSpPr>
        <p:spPr>
          <a:xfrm>
            <a:off x="621575" y="827132"/>
            <a:ext cx="4694496" cy="4056505"/>
          </a:xfrm>
          <a:prstGeom prst="rect">
            <a:avLst/>
          </a:prstGeom>
        </p:spPr>
        <p:txBody>
          <a:bodyPr spcFirstLastPara="1" wrap="square" lIns="91425" tIns="91425" rIns="91425" bIns="91425" anchor="t" anchorCtr="0">
            <a:noAutofit/>
          </a:bodyPr>
          <a:lstStyle/>
          <a:p>
            <a:pPr marL="342900" lvl="0" algn="l" rtl="0">
              <a:spcBef>
                <a:spcPts val="0"/>
              </a:spcBef>
              <a:spcAft>
                <a:spcPts val="0"/>
              </a:spcAft>
              <a:buClr>
                <a:schemeClr val="dk1"/>
              </a:buClr>
              <a:buSzPts val="1100"/>
              <a:buFont typeface="Arial" panose="020B0604020202020204" pitchFamily="34" charset="0"/>
              <a:buChar char="•"/>
            </a:pPr>
            <a:r>
              <a:rPr lang="en-US" sz="2800" dirty="0">
                <a:latin typeface="+mj-lt"/>
                <a:ea typeface="Overpass Light"/>
                <a:cs typeface="Overpass Light"/>
                <a:sym typeface="Overpass Light"/>
              </a:rPr>
              <a:t>Select a level and topic that fits your students</a:t>
            </a:r>
          </a:p>
          <a:p>
            <a:pPr marL="342900" lvl="0" algn="l" rtl="0">
              <a:spcBef>
                <a:spcPts val="0"/>
              </a:spcBef>
              <a:spcAft>
                <a:spcPts val="0"/>
              </a:spcAft>
              <a:buClr>
                <a:schemeClr val="dk1"/>
              </a:buClr>
              <a:buSzPts val="1100"/>
              <a:buFont typeface="Arial" panose="020B0604020202020204" pitchFamily="34" charset="0"/>
              <a:buChar char="•"/>
            </a:pPr>
            <a:r>
              <a:rPr lang="en-US" sz="2800" dirty="0">
                <a:latin typeface="+mj-lt"/>
                <a:ea typeface="Overpass Light"/>
                <a:cs typeface="Overpass Light"/>
                <a:sym typeface="Overpass Light"/>
              </a:rPr>
              <a:t>Use at the beginning of class or as an exit ticket</a:t>
            </a:r>
          </a:p>
          <a:p>
            <a:pPr marL="342900" lvl="0" algn="l" rtl="0">
              <a:spcBef>
                <a:spcPts val="0"/>
              </a:spcBef>
              <a:spcAft>
                <a:spcPts val="0"/>
              </a:spcAft>
              <a:buClr>
                <a:schemeClr val="dk1"/>
              </a:buClr>
              <a:buSzPts val="1100"/>
              <a:buFont typeface="Arial" panose="020B0604020202020204" pitchFamily="34" charset="0"/>
              <a:buChar char="•"/>
            </a:pPr>
            <a:r>
              <a:rPr lang="en-US" sz="2800" dirty="0">
                <a:latin typeface="+mj-lt"/>
                <a:ea typeface="Overpass Light"/>
                <a:cs typeface="Overpass Light"/>
                <a:sym typeface="Overpass Light"/>
              </a:rPr>
              <a:t>Could be used to facilitate group discussions or as journal writing prompts</a:t>
            </a:r>
          </a:p>
          <a:p>
            <a:pPr marL="342900" lvl="0" algn="l" rtl="0">
              <a:spcBef>
                <a:spcPts val="0"/>
              </a:spcBef>
              <a:spcAft>
                <a:spcPts val="0"/>
              </a:spcAft>
              <a:buClr>
                <a:schemeClr val="dk1"/>
              </a:buClr>
              <a:buSzPts val="1100"/>
              <a:buFont typeface="Arial" panose="020B0604020202020204" pitchFamily="34" charset="0"/>
              <a:buChar char="•"/>
            </a:pPr>
            <a:endParaRPr lang="en-US" sz="2800" dirty="0">
              <a:latin typeface="+mj-lt"/>
              <a:ea typeface="Overpass Light"/>
              <a:cs typeface="Overpass Light"/>
              <a:sym typeface="Overpass Light"/>
            </a:endParaRPr>
          </a:p>
        </p:txBody>
      </p:sp>
      <p:sp>
        <p:nvSpPr>
          <p:cNvPr id="2" name="Google Shape;466;p65">
            <a:extLst>
              <a:ext uri="{FF2B5EF4-FFF2-40B4-BE49-F238E27FC236}">
                <a16:creationId xmlns:a16="http://schemas.microsoft.com/office/drawing/2014/main" id="{FA3502E8-4D5C-0BCF-EA38-E41ADCCB7BFD}"/>
              </a:ext>
            </a:extLst>
          </p:cNvPr>
          <p:cNvSpPr txBox="1">
            <a:spLocks/>
          </p:cNvSpPr>
          <p:nvPr/>
        </p:nvSpPr>
        <p:spPr>
          <a:xfrm>
            <a:off x="3285066" y="4222045"/>
            <a:ext cx="5687263" cy="707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dirty="0">
                <a:latin typeface="Arial"/>
              </a:rPr>
              <a:t>https://tinyurl.com/1pagerBR</a:t>
            </a:r>
            <a:endParaRPr lang="en-US" dirty="0"/>
          </a:p>
        </p:txBody>
      </p:sp>
      <p:pic>
        <p:nvPicPr>
          <p:cNvPr id="4" name="Picture 3" descr="QR code for https://tinyurl.com/1pagerBR&#10;">
            <a:extLst>
              <a:ext uri="{FF2B5EF4-FFF2-40B4-BE49-F238E27FC236}">
                <a16:creationId xmlns:a16="http://schemas.microsoft.com/office/drawing/2014/main" id="{B2ED08F4-873E-36E2-235A-D31A4A44FE8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76008" y="1039091"/>
            <a:ext cx="2821132" cy="2821132"/>
          </a:xfrm>
          <a:prstGeom prst="rect">
            <a:avLst/>
          </a:prstGeom>
        </p:spPr>
      </p:pic>
    </p:spTree>
    <p:extLst>
      <p:ext uri="{BB962C8B-B14F-4D97-AF65-F5344CB8AC3E}">
        <p14:creationId xmlns:p14="http://schemas.microsoft.com/office/powerpoint/2010/main" val="1967698339"/>
      </p:ext>
    </p:extLst>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dirty="0"/>
              <a:t>Implementing a Bell Ringer Routine</a:t>
            </a:r>
          </a:p>
        </p:txBody>
      </p:sp>
      <p:sp>
        <p:nvSpPr>
          <p:cNvPr id="466" name="Google Shape;466;p65"/>
          <p:cNvSpPr txBox="1">
            <a:spLocks noGrp="1"/>
          </p:cNvSpPr>
          <p:nvPr>
            <p:ph idx="1"/>
          </p:nvPr>
        </p:nvSpPr>
        <p:spPr/>
        <p:txBody>
          <a:bodyPr spcFirstLastPara="1" lIns="91425" tIns="91425" rIns="91425" bIns="91425" anchorCtr="0">
            <a:normAutofit/>
          </a:bodyPr>
          <a:lstStyle/>
          <a:p>
            <a:pPr marL="514350" lvl="0" indent="-514350" rtl="0">
              <a:spcBef>
                <a:spcPts val="0"/>
              </a:spcBef>
              <a:spcAft>
                <a:spcPts val="600"/>
              </a:spcAft>
              <a:buClr>
                <a:schemeClr val="dk1"/>
              </a:buClr>
              <a:buSzPct val="100000"/>
              <a:buFont typeface="+mj-lt"/>
              <a:buAutoNum type="arabicPeriod"/>
            </a:pPr>
            <a:r>
              <a:rPr lang="en-US" sz="1800" b="1" dirty="0"/>
              <a:t>Introduce the routine: </a:t>
            </a:r>
            <a:r>
              <a:rPr lang="en-US" sz="1800" dirty="0"/>
              <a:t>Use the ‘I do, We do, You do’ method to model how/when students are expected to complete the bell ringers</a:t>
            </a:r>
          </a:p>
          <a:p>
            <a:pPr marL="514350" lvl="0" indent="-514350" rtl="0">
              <a:spcBef>
                <a:spcPts val="0"/>
              </a:spcBef>
              <a:spcAft>
                <a:spcPts val="600"/>
              </a:spcAft>
              <a:buClr>
                <a:schemeClr val="dk1"/>
              </a:buClr>
              <a:buSzPct val="100000"/>
              <a:buFont typeface="+mj-lt"/>
              <a:buAutoNum type="arabicPeriod"/>
            </a:pPr>
            <a:r>
              <a:rPr lang="en-US" sz="1800" b="1" dirty="0"/>
              <a:t>Display the prompt slide: </a:t>
            </a:r>
            <a:r>
              <a:rPr lang="en-US" sz="1800" dirty="0"/>
              <a:t>instruct students to read the prompt and respond in their journal, on paper, on an online document, or to their neighbor</a:t>
            </a:r>
          </a:p>
          <a:p>
            <a:pPr marL="514350" lvl="0" indent="-514350" rtl="0">
              <a:spcBef>
                <a:spcPts val="0"/>
              </a:spcBef>
              <a:spcAft>
                <a:spcPts val="600"/>
              </a:spcAft>
              <a:buClr>
                <a:schemeClr val="dk1"/>
              </a:buClr>
              <a:buSzPct val="100000"/>
              <a:buFont typeface="+mj-lt"/>
              <a:buAutoNum type="arabicPeriod"/>
            </a:pPr>
            <a:r>
              <a:rPr lang="en-US" sz="1800" b="1" dirty="0"/>
              <a:t>Monitor students and assist as needed: </a:t>
            </a:r>
            <a:r>
              <a:rPr lang="en-US" sz="1800" dirty="0"/>
              <a:t>Use a timer, visual, or verbal cue to alert students when time is up. Invite students to share their thoughts in group discussion. </a:t>
            </a:r>
          </a:p>
          <a:p>
            <a:pPr marL="514350" lvl="0" indent="-514350" rtl="0">
              <a:spcBef>
                <a:spcPts val="0"/>
              </a:spcBef>
              <a:spcAft>
                <a:spcPts val="600"/>
              </a:spcAft>
              <a:buClr>
                <a:schemeClr val="dk1"/>
              </a:buClr>
              <a:buSzPct val="100000"/>
              <a:buFont typeface="+mj-lt"/>
              <a:buAutoNum type="arabicPeriod"/>
            </a:pPr>
            <a:r>
              <a:rPr lang="en-US" sz="1800" b="1" dirty="0"/>
              <a:t>Reflect: </a:t>
            </a:r>
            <a:r>
              <a:rPr lang="en-US" sz="1800" dirty="0"/>
              <a:t>on student engagement, discussion depth, and routine effectiveness to determine needed adjustments</a:t>
            </a:r>
          </a:p>
          <a:p>
            <a:pPr marL="514350" lvl="0" indent="-514350" rtl="0">
              <a:spcBef>
                <a:spcPts val="0"/>
              </a:spcBef>
              <a:spcAft>
                <a:spcPts val="600"/>
              </a:spcAft>
              <a:buClr>
                <a:schemeClr val="dk1"/>
              </a:buClr>
              <a:buSzPct val="100000"/>
              <a:buFont typeface="+mj-lt"/>
              <a:buAutoNum type="arabicPeriod"/>
            </a:pPr>
            <a:endParaRPr lang="en-US" sz="1800" dirty="0"/>
          </a:p>
        </p:txBody>
      </p:sp>
    </p:spTree>
    <p:extLst>
      <p:ext uri="{BB962C8B-B14F-4D97-AF65-F5344CB8AC3E}">
        <p14:creationId xmlns:p14="http://schemas.microsoft.com/office/powerpoint/2010/main" val="637772186"/>
      </p:ext>
    </p:extLst>
  </p:cSld>
  <p:clrMapOvr>
    <a:masterClrMapping/>
  </p:clrMapOvr>
  <p:transition spd="slow">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vert="horz" lIns="91440" tIns="45720" rIns="91440" bIns="45720" rtlCol="0" anchor="ctr" anchorCtr="0">
            <a:normAutofit/>
          </a:bodyPr>
          <a:lstStyle/>
          <a:p>
            <a:pPr marL="0" lvl="0" indent="0">
              <a:spcAft>
                <a:spcPts val="0"/>
              </a:spcAft>
            </a:pPr>
            <a:r>
              <a:rPr lang="en-US" sz="3100" kern="1200" dirty="0">
                <a:latin typeface="Atkinson Hyperlegible Next" pitchFamily="50" charset="0"/>
                <a:ea typeface="+mj-ea"/>
                <a:cs typeface="+mj-cs"/>
              </a:rPr>
              <a:t>Intro to Transition Bell Ringers (with and without visuals)</a:t>
            </a:r>
          </a:p>
        </p:txBody>
      </p:sp>
      <p:graphicFrame>
        <p:nvGraphicFramePr>
          <p:cNvPr id="468" name="Google Shape;466;p65" descr="Categories: &#10;All about me&#10;Taking care of myself&#10;Understanding money&#10;Who I want to be&#10;Would you rather?&#10;What should you do?&#10;Realationships with others">
            <a:extLst>
              <a:ext uri="{FF2B5EF4-FFF2-40B4-BE49-F238E27FC236}">
                <a16:creationId xmlns:a16="http://schemas.microsoft.com/office/drawing/2014/main" id="{B4881B79-F2E6-B6C1-2C89-91E5B2F1A223}"/>
              </a:ext>
            </a:extLst>
          </p:cNvPr>
          <p:cNvGraphicFramePr/>
          <p:nvPr>
            <p:extLst>
              <p:ext uri="{D42A27DB-BD31-4B8C-83A1-F6EECF244321}">
                <p14:modId xmlns:p14="http://schemas.microsoft.com/office/powerpoint/2010/main" val="150342170"/>
              </p:ext>
            </p:extLst>
          </p:nvPr>
        </p:nvGraphicFramePr>
        <p:xfrm>
          <a:off x="628650" y="1369219"/>
          <a:ext cx="38862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Google Shape;466;p65">
            <a:extLst>
              <a:ext uri="{FF2B5EF4-FFF2-40B4-BE49-F238E27FC236}">
                <a16:creationId xmlns:a16="http://schemas.microsoft.com/office/drawing/2014/main" id="{3CAE82AE-CA5E-B856-88FA-D9B704644D3F}"/>
              </a:ext>
            </a:extLst>
          </p:cNvPr>
          <p:cNvSpPr txBox="1">
            <a:spLocks/>
          </p:cNvSpPr>
          <p:nvPr/>
        </p:nvSpPr>
        <p:spPr>
          <a:xfrm>
            <a:off x="4676651" y="1001084"/>
            <a:ext cx="3886200" cy="3263504"/>
          </a:xfrm>
          <a:prstGeom prst="rect">
            <a:avLst/>
          </a:prstGeom>
        </p:spPr>
        <p:txBody>
          <a:bodyPr spcFirstLastPara="1" vert="horz" lIns="91440" tIns="45720" rIns="91440" bIns="45720" rtlCol="0" anchorCtr="0">
            <a:norm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defTabSz="685800">
              <a:lnSpc>
                <a:spcPct val="90000"/>
              </a:lnSpc>
              <a:spcBef>
                <a:spcPts val="750"/>
              </a:spcBef>
              <a:buSzPts val="1100"/>
            </a:pPr>
            <a:r>
              <a:rPr lang="en-US" sz="2000" u="sng" dirty="0">
                <a:solidFill>
                  <a:schemeClr val="accent6"/>
                </a:solidFill>
                <a:latin typeface="Atkinson Hyperlegible Next" pitchFamily="50" charset="0"/>
                <a:ea typeface="+mn-ea"/>
                <a:cs typeface="+mn-cs"/>
              </a:rPr>
              <a:t>Features</a:t>
            </a:r>
          </a:p>
          <a:p>
            <a:pPr marL="171450" indent="-171450" defTabSz="685800">
              <a:lnSpc>
                <a:spcPct val="90000"/>
              </a:lnSpc>
              <a:spcBef>
                <a:spcPts val="750"/>
              </a:spcBef>
              <a:buSzPts val="1100"/>
              <a:buFont typeface="Arial" panose="020B0604020202020204" pitchFamily="34" charset="0"/>
              <a:buChar char="•"/>
            </a:pPr>
            <a:r>
              <a:rPr lang="en-US" sz="2000" dirty="0">
                <a:solidFill>
                  <a:schemeClr val="accent6"/>
                </a:solidFill>
                <a:latin typeface="Atkinson Hyperlegible Next" pitchFamily="50" charset="0"/>
                <a:ea typeface="+mn-ea"/>
                <a:cs typeface="+mn-cs"/>
              </a:rPr>
              <a:t>Sentence starters/prompts</a:t>
            </a:r>
          </a:p>
          <a:p>
            <a:pPr marL="171450" indent="-171450" defTabSz="685800">
              <a:lnSpc>
                <a:spcPct val="90000"/>
              </a:lnSpc>
              <a:spcBef>
                <a:spcPts val="750"/>
              </a:spcBef>
              <a:buSzPts val="1100"/>
              <a:buFont typeface="Arial" panose="020B0604020202020204" pitchFamily="34" charset="0"/>
              <a:buChar char="•"/>
            </a:pPr>
            <a:r>
              <a:rPr lang="en-US" sz="2000" dirty="0">
                <a:solidFill>
                  <a:schemeClr val="accent6"/>
                </a:solidFill>
                <a:latin typeface="Atkinson Hyperlegible Next" pitchFamily="50" charset="0"/>
                <a:ea typeface="+mn-ea"/>
                <a:cs typeface="+mn-cs"/>
              </a:rPr>
              <a:t>A mean Flesch-Kincaid Grade Level of 1.89 (and 2.43 for the prompts) </a:t>
            </a:r>
          </a:p>
          <a:p>
            <a:pPr marL="171450" indent="-171450" defTabSz="685800">
              <a:lnSpc>
                <a:spcPct val="90000"/>
              </a:lnSpc>
              <a:spcBef>
                <a:spcPts val="750"/>
              </a:spcBef>
              <a:buSzPts val="1100"/>
              <a:buFont typeface="Arial" panose="020B0604020202020204" pitchFamily="34" charset="0"/>
              <a:buChar char="•"/>
            </a:pPr>
            <a:endParaRPr lang="en-US" sz="2100" dirty="0">
              <a:solidFill>
                <a:schemeClr val="accent6"/>
              </a:solidFill>
              <a:latin typeface="Atkinson Hyperlegible Next" pitchFamily="50" charset="0"/>
              <a:ea typeface="+mn-ea"/>
              <a:cs typeface="+mn-cs"/>
            </a:endParaRPr>
          </a:p>
        </p:txBody>
      </p:sp>
    </p:spTree>
    <p:extLst>
      <p:ext uri="{BB962C8B-B14F-4D97-AF65-F5344CB8AC3E}">
        <p14:creationId xmlns:p14="http://schemas.microsoft.com/office/powerpoint/2010/main" val="1637646729"/>
      </p:ext>
    </p:extLst>
  </p:cSld>
  <p:clrMapOvr>
    <a:masterClrMapping/>
  </p:clrMapOvr>
  <p:transition spd="slow">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latin typeface="Verdana Pro" panose="020B0604030504040204" pitchFamily="34" charset="0"/>
              </a:rPr>
              <a:t>Intro to Transition Bell Ringers</a:t>
            </a:r>
            <a:endParaRPr sz="3600" dirty="0">
              <a:latin typeface="Verdana Pro" panose="020B0604030504040204" pitchFamily="34" charset="0"/>
            </a:endParaRPr>
          </a:p>
        </p:txBody>
      </p:sp>
      <p:sp>
        <p:nvSpPr>
          <p:cNvPr id="5" name="Google Shape;466;p65">
            <a:extLst>
              <a:ext uri="{FF2B5EF4-FFF2-40B4-BE49-F238E27FC236}">
                <a16:creationId xmlns:a16="http://schemas.microsoft.com/office/drawing/2014/main" id="{79B8FBBC-053B-2BC1-7966-1D1D65F4F64F}"/>
              </a:ext>
            </a:extLst>
          </p:cNvPr>
          <p:cNvSpPr txBox="1">
            <a:spLocks/>
          </p:cNvSpPr>
          <p:nvPr/>
        </p:nvSpPr>
        <p:spPr>
          <a:xfrm>
            <a:off x="116601" y="1033550"/>
            <a:ext cx="4508873" cy="50114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buSzPts val="1100"/>
            </a:pPr>
            <a:r>
              <a:rPr lang="en-US" sz="2400" dirty="0">
                <a:latin typeface="+mj-lt"/>
                <a:ea typeface="Overpass Light"/>
                <a:cs typeface="Overpass Light"/>
                <a:sym typeface="Overpass Light"/>
              </a:rPr>
              <a:t>https://tinyurl.com/ZIITbellringersv</a:t>
            </a:r>
          </a:p>
        </p:txBody>
      </p:sp>
      <p:pic>
        <p:nvPicPr>
          <p:cNvPr id="7" name="Picture 6" descr="A qr code for the website https://tinyurl.com/ZIITbellringersv">
            <a:extLst>
              <a:ext uri="{FF2B5EF4-FFF2-40B4-BE49-F238E27FC236}">
                <a16:creationId xmlns:a16="http://schemas.microsoft.com/office/drawing/2014/main" id="{83A43238-7AAE-A4B0-2B01-32615FCA8CD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13249" y="1599565"/>
            <a:ext cx="2871694" cy="2871694"/>
          </a:xfrm>
          <a:prstGeom prst="rect">
            <a:avLst/>
          </a:prstGeom>
        </p:spPr>
      </p:pic>
      <p:pic>
        <p:nvPicPr>
          <p:cNvPr id="9" name="Picture 8" descr="A qr code for the website https://tinyurl.com/ZIITbellringers">
            <a:extLst>
              <a:ext uri="{FF2B5EF4-FFF2-40B4-BE49-F238E27FC236}">
                <a16:creationId xmlns:a16="http://schemas.microsoft.com/office/drawing/2014/main" id="{5BF328C3-6615-F6D9-F287-607D1060AB2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5087926" y="1617782"/>
            <a:ext cx="2948871" cy="2948871"/>
          </a:xfrm>
          <a:prstGeom prst="rect">
            <a:avLst/>
          </a:prstGeom>
        </p:spPr>
      </p:pic>
      <p:sp>
        <p:nvSpPr>
          <p:cNvPr id="2" name="Google Shape;466;p65">
            <a:extLst>
              <a:ext uri="{FF2B5EF4-FFF2-40B4-BE49-F238E27FC236}">
                <a16:creationId xmlns:a16="http://schemas.microsoft.com/office/drawing/2014/main" id="{FA3502E8-4D5C-0BCF-EA38-E41ADCCB7BFD}"/>
              </a:ext>
            </a:extLst>
          </p:cNvPr>
          <p:cNvSpPr txBox="1">
            <a:spLocks/>
          </p:cNvSpPr>
          <p:nvPr/>
        </p:nvSpPr>
        <p:spPr>
          <a:xfrm>
            <a:off x="4529220" y="4471259"/>
            <a:ext cx="4378687" cy="58292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dirty="0">
                <a:latin typeface="+mj-lt"/>
                <a:ea typeface="Overpass Light"/>
                <a:cs typeface="Overpass Light"/>
                <a:sym typeface="Overpass Light"/>
              </a:rPr>
              <a:t>https://tinyurl.com/ZIITbellringers</a:t>
            </a:r>
          </a:p>
        </p:txBody>
      </p:sp>
      <p:sp>
        <p:nvSpPr>
          <p:cNvPr id="3" name="TextBox 2">
            <a:extLst>
              <a:ext uri="{FF2B5EF4-FFF2-40B4-BE49-F238E27FC236}">
                <a16:creationId xmlns:a16="http://schemas.microsoft.com/office/drawing/2014/main" id="{D832EB42-8E90-E6D2-CA1C-654FC0D3E819}"/>
              </a:ext>
            </a:extLst>
          </p:cNvPr>
          <p:cNvSpPr txBox="1"/>
          <p:nvPr/>
        </p:nvSpPr>
        <p:spPr>
          <a:xfrm>
            <a:off x="1320801" y="4566653"/>
            <a:ext cx="2090820" cy="369332"/>
          </a:xfrm>
          <a:prstGeom prst="rect">
            <a:avLst/>
          </a:prstGeom>
          <a:noFill/>
        </p:spPr>
        <p:txBody>
          <a:bodyPr wrap="square" rtlCol="0">
            <a:spAutoFit/>
          </a:bodyPr>
          <a:lstStyle/>
          <a:p>
            <a:pPr algn="ctr"/>
            <a:r>
              <a:rPr lang="en-US" b="1" dirty="0"/>
              <a:t>With Visuals</a:t>
            </a:r>
          </a:p>
        </p:txBody>
      </p:sp>
      <p:sp>
        <p:nvSpPr>
          <p:cNvPr id="4" name="TextBox 3">
            <a:extLst>
              <a:ext uri="{FF2B5EF4-FFF2-40B4-BE49-F238E27FC236}">
                <a16:creationId xmlns:a16="http://schemas.microsoft.com/office/drawing/2014/main" id="{449CF1A9-6D39-4CC3-C0C7-3175BDA4103F}"/>
              </a:ext>
            </a:extLst>
          </p:cNvPr>
          <p:cNvSpPr txBox="1"/>
          <p:nvPr/>
        </p:nvSpPr>
        <p:spPr>
          <a:xfrm>
            <a:off x="5755744" y="1130248"/>
            <a:ext cx="2107507" cy="369332"/>
          </a:xfrm>
          <a:prstGeom prst="rect">
            <a:avLst/>
          </a:prstGeom>
          <a:noFill/>
        </p:spPr>
        <p:txBody>
          <a:bodyPr wrap="square" rtlCol="0">
            <a:spAutoFit/>
          </a:bodyPr>
          <a:lstStyle/>
          <a:p>
            <a:r>
              <a:rPr lang="en-US" b="1" dirty="0"/>
              <a:t>Without Visuals</a:t>
            </a:r>
          </a:p>
        </p:txBody>
      </p:sp>
    </p:spTree>
    <p:extLst>
      <p:ext uri="{BB962C8B-B14F-4D97-AF65-F5344CB8AC3E}">
        <p14:creationId xmlns:p14="http://schemas.microsoft.com/office/powerpoint/2010/main" val="187943667"/>
      </p:ext>
    </p:extLst>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4805202" y="271831"/>
            <a:ext cx="4338798" cy="80393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latin typeface="Verdana Pro" panose="020B0604030504040204" pitchFamily="34" charset="0"/>
              </a:rPr>
              <a:t>Screenshots of Intro to Transition Bell Ringers (without visuals)</a:t>
            </a:r>
            <a:endParaRPr sz="2400" dirty="0">
              <a:latin typeface="Verdana Pro" panose="020B0604030504040204" pitchFamily="34" charset="0"/>
            </a:endParaRPr>
          </a:p>
        </p:txBody>
      </p:sp>
      <p:pic>
        <p:nvPicPr>
          <p:cNvPr id="3" name="Picture 2" descr="A screenshot of All about me bellringer that says name something at school you are good at. Then, the prompt: at school, I am good at___.">
            <a:extLst>
              <a:ext uri="{FF2B5EF4-FFF2-40B4-BE49-F238E27FC236}">
                <a16:creationId xmlns:a16="http://schemas.microsoft.com/office/drawing/2014/main" id="{FB856A4F-AC2B-DB41-ADC2-6D843E3322D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6601" y="119432"/>
            <a:ext cx="4512266" cy="2452318"/>
          </a:xfrm>
          <a:prstGeom prst="rect">
            <a:avLst/>
          </a:prstGeom>
        </p:spPr>
      </p:pic>
      <p:pic>
        <p:nvPicPr>
          <p:cNvPr id="5" name="Picture 4" descr="A screenshot of Would you Rather? Bellringer with text that says would you rather work with people or things, why? Then the prompt: I would rather work with [people/things] because_____.">
            <a:extLst>
              <a:ext uri="{FF2B5EF4-FFF2-40B4-BE49-F238E27FC236}">
                <a16:creationId xmlns:a16="http://schemas.microsoft.com/office/drawing/2014/main" id="{C7F0EA03-F94E-392D-04A2-CDC4158D385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655255" y="2477473"/>
            <a:ext cx="4372144" cy="2513983"/>
          </a:xfrm>
          <a:prstGeom prst="rect">
            <a:avLst/>
          </a:prstGeom>
        </p:spPr>
      </p:pic>
    </p:spTree>
    <p:extLst>
      <p:ext uri="{BB962C8B-B14F-4D97-AF65-F5344CB8AC3E}">
        <p14:creationId xmlns:p14="http://schemas.microsoft.com/office/powerpoint/2010/main" val="3525790152"/>
      </p:ext>
    </p:extLst>
  </p:cSld>
  <p:clrMapOvr>
    <a:masterClrMapping/>
  </p:clrMapOvr>
  <p:transition spd="slow">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5258689" y="119431"/>
            <a:ext cx="3885311" cy="155786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latin typeface="Verdana Pro" panose="020B0604030504040204" pitchFamily="34" charset="0"/>
              </a:rPr>
              <a:t>Screenshots 2 of Intro to Transition Bell Ringers (without visuals)</a:t>
            </a:r>
            <a:endParaRPr sz="2400" dirty="0">
              <a:latin typeface="Verdana Pro" panose="020B0604030504040204" pitchFamily="34" charset="0"/>
            </a:endParaRPr>
          </a:p>
        </p:txBody>
      </p:sp>
      <p:pic>
        <p:nvPicPr>
          <p:cNvPr id="4" name="Picture 3" descr="A screenshot of a Taking Care of Myself Bellringer that says what do you do to get ready for bed? And the prompt: To get ready for bed, I ____.">
            <a:extLst>
              <a:ext uri="{FF2B5EF4-FFF2-40B4-BE49-F238E27FC236}">
                <a16:creationId xmlns:a16="http://schemas.microsoft.com/office/drawing/2014/main" id="{36346EA6-3ECE-9F09-C031-513002EBAFB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6600" y="119431"/>
            <a:ext cx="4912599" cy="2718753"/>
          </a:xfrm>
          <a:prstGeom prst="rect">
            <a:avLst/>
          </a:prstGeom>
        </p:spPr>
      </p:pic>
      <p:pic>
        <p:nvPicPr>
          <p:cNvPr id="7" name="Picture 6" descr="A screenshot of a Who I Want to Be Bellringer that says name one thing that worries you about being a grown up. And the prompt: One thing that worries me about being a grown-up is___.">
            <a:extLst>
              <a:ext uri="{FF2B5EF4-FFF2-40B4-BE49-F238E27FC236}">
                <a16:creationId xmlns:a16="http://schemas.microsoft.com/office/drawing/2014/main" id="{458EFED1-DC84-03F0-CB3D-65C50FFF79E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240306" y="2367494"/>
            <a:ext cx="4787094" cy="2656574"/>
          </a:xfrm>
          <a:prstGeom prst="rect">
            <a:avLst/>
          </a:prstGeom>
        </p:spPr>
      </p:pic>
    </p:spTree>
    <p:extLst>
      <p:ext uri="{BB962C8B-B14F-4D97-AF65-F5344CB8AC3E}">
        <p14:creationId xmlns:p14="http://schemas.microsoft.com/office/powerpoint/2010/main" val="3506586930"/>
      </p:ext>
    </p:extLst>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4979854" y="130409"/>
            <a:ext cx="4164146" cy="66545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latin typeface="Verdana Pro" panose="020B0604030504040204" pitchFamily="34" charset="0"/>
              </a:rPr>
              <a:t>Screenshots of Intro to Transition Bell Ringers (with visuals)</a:t>
            </a:r>
            <a:endParaRPr sz="2000" dirty="0">
              <a:latin typeface="Verdana Pro" panose="020B0604030504040204" pitchFamily="34" charset="0"/>
            </a:endParaRPr>
          </a:p>
        </p:txBody>
      </p:sp>
      <p:pic>
        <p:nvPicPr>
          <p:cNvPr id="5" name="Picture 4" descr="A screenshot from an All about Me Bellringer with the visuals of two hearts and a smiley face with a thumbs up that says name a nice thing someone has said about you. And the prompt: ___ said that I____. ">
            <a:extLst>
              <a:ext uri="{FF2B5EF4-FFF2-40B4-BE49-F238E27FC236}">
                <a16:creationId xmlns:a16="http://schemas.microsoft.com/office/drawing/2014/main" id="{C7125A7F-5E3F-C575-1A3A-81FD6E11151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4610100" cy="2552700"/>
          </a:xfrm>
          <a:prstGeom prst="rect">
            <a:avLst/>
          </a:prstGeom>
        </p:spPr>
      </p:pic>
      <p:pic>
        <p:nvPicPr>
          <p:cNvPr id="3" name="Picture 2" descr="A screenshot of a Would You Rather? Bellringer with the visuals of a computer and notebook with a pin that says would you rather do class work on the computer or on paper? And the prompt: I would rather do class work on [the computer/paper] because ___.">
            <a:extLst>
              <a:ext uri="{FF2B5EF4-FFF2-40B4-BE49-F238E27FC236}">
                <a16:creationId xmlns:a16="http://schemas.microsoft.com/office/drawing/2014/main" id="{AD5F5F5B-36E1-DB89-961F-3212680C9C9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068818" y="2180663"/>
            <a:ext cx="4958907" cy="2770339"/>
          </a:xfrm>
          <a:prstGeom prst="rect">
            <a:avLst/>
          </a:prstGeom>
        </p:spPr>
      </p:pic>
    </p:spTree>
    <p:extLst>
      <p:ext uri="{BB962C8B-B14F-4D97-AF65-F5344CB8AC3E}">
        <p14:creationId xmlns:p14="http://schemas.microsoft.com/office/powerpoint/2010/main" val="880293390"/>
      </p:ext>
    </p:extLst>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5382869" y="119432"/>
            <a:ext cx="3693398" cy="46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latin typeface="Verdana Pro" panose="020B0604030504040204" pitchFamily="34" charset="0"/>
              </a:rPr>
              <a:t>Screenshots 2 of Intro to Transition Bell Ringers (with visuals)</a:t>
            </a:r>
            <a:endParaRPr sz="2000" dirty="0">
              <a:latin typeface="Verdana Pro" panose="020B0604030504040204" pitchFamily="34" charset="0"/>
            </a:endParaRPr>
          </a:p>
        </p:txBody>
      </p:sp>
      <p:pic>
        <p:nvPicPr>
          <p:cNvPr id="8" name="Picture 7" descr="A screenshot of an Understanding Money Bell Ringer with the visuals of a burger, fries and drink and a pizza that says compare the price of two meals you can order when you go out to eat. And the prompt: ___ costs less than ___. ">
            <a:extLst>
              <a:ext uri="{FF2B5EF4-FFF2-40B4-BE49-F238E27FC236}">
                <a16:creationId xmlns:a16="http://schemas.microsoft.com/office/drawing/2014/main" id="{57E82003-971C-4F80-4AE9-6B87238F5F6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5062908" cy="2847886"/>
          </a:xfrm>
          <a:prstGeom prst="rect">
            <a:avLst/>
          </a:prstGeom>
        </p:spPr>
      </p:pic>
      <p:pic>
        <p:nvPicPr>
          <p:cNvPr id="4" name="Picture 3" descr="A screenshot of avWhat Would You Do? Bell Ringer with the visuals of a celebrating emoji and a head with a question mark over the face that says if you were having a party, who would you invite, why? And the prompt: If I was having a party, I would invite ___ because ___. ">
            <a:extLst>
              <a:ext uri="{FF2B5EF4-FFF2-40B4-BE49-F238E27FC236}">
                <a16:creationId xmlns:a16="http://schemas.microsoft.com/office/drawing/2014/main" id="{E0DAE0B6-0703-52B1-89A0-F3CA5E0E1B9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321667" y="2395168"/>
            <a:ext cx="4705731" cy="2628900"/>
          </a:xfrm>
          <a:prstGeom prst="rect">
            <a:avLst/>
          </a:prstGeom>
        </p:spPr>
      </p:pic>
    </p:spTree>
    <p:extLst>
      <p:ext uri="{BB962C8B-B14F-4D97-AF65-F5344CB8AC3E}">
        <p14:creationId xmlns:p14="http://schemas.microsoft.com/office/powerpoint/2010/main" val="1988764643"/>
      </p:ext>
    </p:extLst>
  </p:cSld>
  <p:clrMapOvr>
    <a:masterClrMapping/>
  </p:clrMapOvr>
  <p:transition spd="slow">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latin typeface="Verdana Pro" panose="020B0604030504040204" pitchFamily="34" charset="0"/>
              </a:rPr>
              <a:t>Early Transition Bell Ringers</a:t>
            </a:r>
            <a:endParaRPr sz="3600" dirty="0">
              <a:latin typeface="Verdana Pro" panose="020B0604030504040204" pitchFamily="34" charset="0"/>
            </a:endParaRPr>
          </a:p>
        </p:txBody>
      </p:sp>
      <p:sp>
        <p:nvSpPr>
          <p:cNvPr id="5" name="Google Shape;466;p65">
            <a:extLst>
              <a:ext uri="{FF2B5EF4-FFF2-40B4-BE49-F238E27FC236}">
                <a16:creationId xmlns:a16="http://schemas.microsoft.com/office/drawing/2014/main" id="{F34713E1-DCC6-1A99-0558-CAE2DC96528A}"/>
              </a:ext>
            </a:extLst>
          </p:cNvPr>
          <p:cNvSpPr txBox="1">
            <a:spLocks noGrp="1"/>
          </p:cNvSpPr>
          <p:nvPr>
            <p:ph type="subTitle" idx="1"/>
          </p:nvPr>
        </p:nvSpPr>
        <p:spPr>
          <a:xfrm>
            <a:off x="369088" y="827132"/>
            <a:ext cx="8405824" cy="351203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pPr>
            <a:r>
              <a:rPr lang="en-US" sz="2000" dirty="0">
                <a:latin typeface="+mj-lt"/>
                <a:ea typeface="Overpass Light"/>
                <a:cs typeface="Overpass Light"/>
                <a:sym typeface="Overpass Light"/>
              </a:rPr>
              <a:t>Categories</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All About Me</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Taking Care of Myself</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Understanding Money</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Who I Want to Be</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Would You Rather?</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What Should You Do? (Scenarios)</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Relationships with Others</a:t>
            </a:r>
          </a:p>
          <a:p>
            <a:pPr marL="342900" lvl="0" algn="l" rtl="0">
              <a:spcBef>
                <a:spcPts val="0"/>
              </a:spcBef>
              <a:spcAft>
                <a:spcPts val="0"/>
              </a:spcAft>
              <a:buClr>
                <a:schemeClr val="dk1"/>
              </a:buClr>
              <a:buSzPts val="1100"/>
              <a:buFont typeface="Arial" panose="020B0604020202020204" pitchFamily="34" charset="0"/>
              <a:buChar char="•"/>
            </a:pPr>
            <a:endParaRPr lang="en-US" sz="2400" dirty="0">
              <a:latin typeface="+mj-lt"/>
              <a:ea typeface="Overpass Light"/>
              <a:cs typeface="Overpass Light"/>
              <a:sym typeface="Overpass Light"/>
            </a:endParaRPr>
          </a:p>
        </p:txBody>
      </p:sp>
      <p:sp>
        <p:nvSpPr>
          <p:cNvPr id="6" name="Google Shape;466;p65">
            <a:extLst>
              <a:ext uri="{FF2B5EF4-FFF2-40B4-BE49-F238E27FC236}">
                <a16:creationId xmlns:a16="http://schemas.microsoft.com/office/drawing/2014/main" id="{7FAB2450-FDFD-0282-9B42-90F15F976C79}"/>
              </a:ext>
            </a:extLst>
          </p:cNvPr>
          <p:cNvSpPr txBox="1">
            <a:spLocks/>
          </p:cNvSpPr>
          <p:nvPr/>
        </p:nvSpPr>
        <p:spPr>
          <a:xfrm>
            <a:off x="369089" y="3577290"/>
            <a:ext cx="4451268" cy="34608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buSzPts val="1100"/>
            </a:pPr>
            <a:r>
              <a:rPr lang="en-US" sz="2000" dirty="0">
                <a:latin typeface="+mj-lt"/>
                <a:ea typeface="Overpass Light"/>
                <a:cs typeface="Overpass Light"/>
                <a:sym typeface="Overpass Light"/>
              </a:rPr>
              <a:t>Features</a:t>
            </a:r>
          </a:p>
          <a:p>
            <a:pPr marL="342900">
              <a:buSzPts val="1100"/>
              <a:buFont typeface="Arial" panose="020B0604020202020204" pitchFamily="34" charset="0"/>
              <a:buChar char="•"/>
            </a:pPr>
            <a:r>
              <a:rPr lang="en-US" sz="2000" dirty="0">
                <a:latin typeface="+mj-lt"/>
                <a:ea typeface="Overpass Light"/>
                <a:cs typeface="Overpass Light"/>
                <a:sym typeface="Overpass Light"/>
              </a:rPr>
              <a:t>A range Flesch-Kincaid Grade Level of 0 to 6.42 with a mean of 2.08</a:t>
            </a:r>
          </a:p>
        </p:txBody>
      </p:sp>
      <p:pic>
        <p:nvPicPr>
          <p:cNvPr id="8" name="Picture 7" descr="A qr code for the website https://tinyurl.com/ZIETbellringers">
            <a:extLst>
              <a:ext uri="{FF2B5EF4-FFF2-40B4-BE49-F238E27FC236}">
                <a16:creationId xmlns:a16="http://schemas.microsoft.com/office/drawing/2014/main" id="{7B5E3710-E78B-44A9-92CB-4D3F98C9958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665685" y="914111"/>
            <a:ext cx="2524996" cy="2524996"/>
          </a:xfrm>
          <a:prstGeom prst="rect">
            <a:avLst/>
          </a:prstGeom>
        </p:spPr>
      </p:pic>
      <p:sp>
        <p:nvSpPr>
          <p:cNvPr id="2" name="Google Shape;466;p65">
            <a:extLst>
              <a:ext uri="{FF2B5EF4-FFF2-40B4-BE49-F238E27FC236}">
                <a16:creationId xmlns:a16="http://schemas.microsoft.com/office/drawing/2014/main" id="{FA3502E8-4D5C-0BCF-EA38-E41ADCCB7BFD}"/>
              </a:ext>
            </a:extLst>
          </p:cNvPr>
          <p:cNvSpPr txBox="1">
            <a:spLocks/>
          </p:cNvSpPr>
          <p:nvPr/>
        </p:nvSpPr>
        <p:spPr>
          <a:xfrm>
            <a:off x="4995333" y="3577291"/>
            <a:ext cx="4032066" cy="48671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000" dirty="0">
                <a:latin typeface="+mj-lt"/>
                <a:ea typeface="Overpass Light"/>
                <a:cs typeface="Overpass Light"/>
                <a:sym typeface="Overpass Light"/>
              </a:rPr>
              <a:t>https://tinyurl.com/ZIETbellringers</a:t>
            </a:r>
          </a:p>
        </p:txBody>
      </p:sp>
    </p:spTree>
    <p:extLst>
      <p:ext uri="{BB962C8B-B14F-4D97-AF65-F5344CB8AC3E}">
        <p14:creationId xmlns:p14="http://schemas.microsoft.com/office/powerpoint/2010/main" val="665981981"/>
      </p:ext>
    </p:extLst>
  </p:cSld>
  <p:clrMapOvr>
    <a:masterClrMapping/>
  </p:clrMapOvr>
  <p:transition spd="slow">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5475112" y="197555"/>
            <a:ext cx="3143955" cy="121355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latin typeface="Verdana Pro" panose="020B0604030504040204" pitchFamily="34" charset="0"/>
              </a:rPr>
              <a:t>Screenshots of Early Transition Bell Ringers</a:t>
            </a:r>
            <a:endParaRPr sz="2000" dirty="0">
              <a:latin typeface="Verdana Pro" panose="020B0604030504040204" pitchFamily="34" charset="0"/>
            </a:endParaRPr>
          </a:p>
        </p:txBody>
      </p:sp>
      <p:pic>
        <p:nvPicPr>
          <p:cNvPr id="3" name="Picture 2" descr="A picture that says Understanding Money: Name three things you would save up your money for. ">
            <a:extLst>
              <a:ext uri="{FF2B5EF4-FFF2-40B4-BE49-F238E27FC236}">
                <a16:creationId xmlns:a16="http://schemas.microsoft.com/office/drawing/2014/main" id="{66CEE29A-EDFD-48F7-F57E-0A24C903D78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5034907" cy="2794097"/>
          </a:xfrm>
          <a:prstGeom prst="rect">
            <a:avLst/>
          </a:prstGeom>
        </p:spPr>
      </p:pic>
      <p:pic>
        <p:nvPicPr>
          <p:cNvPr id="6" name="Picture 5" descr="A picture that says All About Me: what does it mean to be independent? What is something you can do by yourself?">
            <a:extLst>
              <a:ext uri="{FF2B5EF4-FFF2-40B4-BE49-F238E27FC236}">
                <a16:creationId xmlns:a16="http://schemas.microsoft.com/office/drawing/2014/main" id="{1FF4A988-DDBD-31E3-2E66-052382AA81B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992492" y="2232978"/>
            <a:ext cx="5034907" cy="2791090"/>
          </a:xfrm>
          <a:prstGeom prst="rect">
            <a:avLst/>
          </a:prstGeom>
        </p:spPr>
      </p:pic>
    </p:spTree>
    <p:extLst>
      <p:ext uri="{BB962C8B-B14F-4D97-AF65-F5344CB8AC3E}">
        <p14:creationId xmlns:p14="http://schemas.microsoft.com/office/powerpoint/2010/main" val="84768733"/>
      </p:ext>
    </p:extLst>
  </p:cSld>
  <p:clrMapOvr>
    <a:masterClrMapping/>
  </p:clrMapOvr>
  <p:transition spd="slow">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5789268" y="339565"/>
            <a:ext cx="3106376" cy="138198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latin typeface="Verdana Pro" panose="020B0604030504040204" pitchFamily="34" charset="0"/>
              </a:rPr>
              <a:t>Screenshots 2 of Early Transition Bell Ringers</a:t>
            </a:r>
            <a:endParaRPr sz="2000" dirty="0">
              <a:latin typeface="Verdana Pro" panose="020B0604030504040204" pitchFamily="34" charset="0"/>
            </a:endParaRPr>
          </a:p>
        </p:txBody>
      </p:sp>
      <p:pic>
        <p:nvPicPr>
          <p:cNvPr id="3" name="Picture 2" descr="A picture that says Relationships with Others: Name three important people in your life. Why are they important?">
            <a:extLst>
              <a:ext uri="{FF2B5EF4-FFF2-40B4-BE49-F238E27FC236}">
                <a16:creationId xmlns:a16="http://schemas.microsoft.com/office/drawing/2014/main" id="{0ABBAB88-A2AD-F537-7C5C-0EAFB6ACF0F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5449365" cy="2641697"/>
          </a:xfrm>
          <a:prstGeom prst="rect">
            <a:avLst/>
          </a:prstGeom>
        </p:spPr>
      </p:pic>
      <p:pic>
        <p:nvPicPr>
          <p:cNvPr id="5" name="Picture 4" descr="A picture that says if you were having a party, what fun things would you do? Why?">
            <a:extLst>
              <a:ext uri="{FF2B5EF4-FFF2-40B4-BE49-F238E27FC236}">
                <a16:creationId xmlns:a16="http://schemas.microsoft.com/office/drawing/2014/main" id="{10FFAB62-F210-7D42-B9EA-88BC95F7F13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765176" y="2445817"/>
            <a:ext cx="5262224" cy="2564333"/>
          </a:xfrm>
          <a:prstGeom prst="rect">
            <a:avLst/>
          </a:prstGeom>
        </p:spPr>
      </p:pic>
    </p:spTree>
    <p:extLst>
      <p:ext uri="{BB962C8B-B14F-4D97-AF65-F5344CB8AC3E}">
        <p14:creationId xmlns:p14="http://schemas.microsoft.com/office/powerpoint/2010/main" val="2116043257"/>
      </p:ext>
    </p:extLst>
  </p:cSld>
  <p:clrMapOvr>
    <a:masterClrMapping/>
  </p:clrMapOvr>
  <p:transition spd="slow">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latin typeface="Verdana Pro" panose="020B0604030504040204" pitchFamily="34" charset="0"/>
              </a:rPr>
              <a:t>Me! Bell Ringers </a:t>
            </a:r>
            <a:br>
              <a:rPr lang="en" sz="3600" dirty="0">
                <a:latin typeface="Verdana Pro" panose="020B0604030504040204" pitchFamily="34" charset="0"/>
              </a:rPr>
            </a:br>
            <a:r>
              <a:rPr lang="en" sz="3600" dirty="0">
                <a:latin typeface="Verdana Pro" panose="020B0604030504040204" pitchFamily="34" charset="0"/>
              </a:rPr>
              <a:t>(AKA Transition Bell Ringers)</a:t>
            </a:r>
            <a:endParaRPr sz="3600" dirty="0">
              <a:latin typeface="Verdana Pro" panose="020B0604030504040204" pitchFamily="34" charset="0"/>
            </a:endParaRPr>
          </a:p>
        </p:txBody>
      </p:sp>
      <p:sp>
        <p:nvSpPr>
          <p:cNvPr id="5" name="Google Shape;466;p65">
            <a:extLst>
              <a:ext uri="{FF2B5EF4-FFF2-40B4-BE49-F238E27FC236}">
                <a16:creationId xmlns:a16="http://schemas.microsoft.com/office/drawing/2014/main" id="{F34713E1-DCC6-1A99-0558-CAE2DC96528A}"/>
              </a:ext>
            </a:extLst>
          </p:cNvPr>
          <p:cNvSpPr txBox="1">
            <a:spLocks noGrp="1"/>
          </p:cNvSpPr>
          <p:nvPr>
            <p:ph type="subTitle" idx="1"/>
          </p:nvPr>
        </p:nvSpPr>
        <p:spPr>
          <a:xfrm>
            <a:off x="116601" y="1282045"/>
            <a:ext cx="4455399" cy="203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pPr>
            <a:r>
              <a:rPr lang="en-US" sz="2000" dirty="0">
                <a:latin typeface="+mj-lt"/>
                <a:ea typeface="Overpass Light"/>
                <a:cs typeface="Overpass Light"/>
                <a:sym typeface="Overpass Light"/>
              </a:rPr>
              <a:t>Categories</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Self-Awareness</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Disability Awareness</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Postsecondary Goals</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Self-Directed IEP</a:t>
            </a:r>
          </a:p>
          <a:p>
            <a:pPr marL="342900" lvl="0" algn="l" rtl="0">
              <a:spcBef>
                <a:spcPts val="0"/>
              </a:spcBef>
              <a:spcAft>
                <a:spcPts val="0"/>
              </a:spcAft>
              <a:buClr>
                <a:schemeClr val="dk1"/>
              </a:buClr>
              <a:buSzPts val="1100"/>
              <a:buFont typeface="Arial" panose="020B0604020202020204" pitchFamily="34" charset="0"/>
              <a:buChar char="•"/>
            </a:pPr>
            <a:endParaRPr lang="en-US" sz="2400" dirty="0">
              <a:latin typeface="+mj-lt"/>
              <a:ea typeface="Overpass Light"/>
              <a:cs typeface="Overpass Light"/>
              <a:sym typeface="Overpass Light"/>
            </a:endParaRPr>
          </a:p>
        </p:txBody>
      </p:sp>
      <p:sp>
        <p:nvSpPr>
          <p:cNvPr id="6" name="Google Shape;466;p65">
            <a:extLst>
              <a:ext uri="{FF2B5EF4-FFF2-40B4-BE49-F238E27FC236}">
                <a16:creationId xmlns:a16="http://schemas.microsoft.com/office/drawing/2014/main" id="{7FAB2450-FDFD-0282-9B42-90F15F976C79}"/>
              </a:ext>
            </a:extLst>
          </p:cNvPr>
          <p:cNvSpPr txBox="1">
            <a:spLocks/>
          </p:cNvSpPr>
          <p:nvPr/>
        </p:nvSpPr>
        <p:spPr>
          <a:xfrm>
            <a:off x="319691" y="3164284"/>
            <a:ext cx="4743550" cy="15858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buSzPts val="1100"/>
            </a:pPr>
            <a:r>
              <a:rPr lang="en-US" sz="2000" dirty="0">
                <a:latin typeface="+mj-lt"/>
                <a:ea typeface="Overpass Light"/>
                <a:cs typeface="Overpass Light"/>
                <a:sym typeface="Overpass Light"/>
              </a:rPr>
              <a:t>Features</a:t>
            </a:r>
          </a:p>
          <a:p>
            <a:pPr marL="342900">
              <a:buSzPts val="1100"/>
              <a:buFont typeface="Arial" panose="020B0604020202020204" pitchFamily="34" charset="0"/>
              <a:buChar char="•"/>
            </a:pPr>
            <a:r>
              <a:rPr lang="en-US" sz="2000" dirty="0">
                <a:latin typeface="+mj-lt"/>
                <a:ea typeface="Overpass Light"/>
                <a:cs typeface="Overpass Light"/>
                <a:sym typeface="Overpass Light"/>
              </a:rPr>
              <a:t>Read-aloud option</a:t>
            </a:r>
          </a:p>
          <a:p>
            <a:pPr marL="342900">
              <a:buSzPts val="1100"/>
              <a:buFont typeface="Arial" panose="020B0604020202020204" pitchFamily="34" charset="0"/>
              <a:buChar char="•"/>
            </a:pPr>
            <a:r>
              <a:rPr lang="en-US" sz="2000" dirty="0">
                <a:latin typeface="+mj-lt"/>
                <a:ea typeface="Overpass Light"/>
                <a:cs typeface="Overpass Light"/>
                <a:sym typeface="Overpass Light"/>
              </a:rPr>
              <a:t>Spanish version available</a:t>
            </a:r>
          </a:p>
        </p:txBody>
      </p:sp>
      <p:pic>
        <p:nvPicPr>
          <p:cNvPr id="9" name="Picture 8" descr="A qr code for the website https://tinyurl.com/ZIMEbellringers">
            <a:extLst>
              <a:ext uri="{FF2B5EF4-FFF2-40B4-BE49-F238E27FC236}">
                <a16:creationId xmlns:a16="http://schemas.microsoft.com/office/drawing/2014/main" id="{B7158B62-4E75-3130-7EAE-33EEC9050D3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762300" y="1512134"/>
            <a:ext cx="2032000" cy="2032000"/>
          </a:xfrm>
          <a:prstGeom prst="rect">
            <a:avLst/>
          </a:prstGeom>
        </p:spPr>
      </p:pic>
      <p:sp>
        <p:nvSpPr>
          <p:cNvPr id="2" name="Google Shape;466;p65">
            <a:extLst>
              <a:ext uri="{FF2B5EF4-FFF2-40B4-BE49-F238E27FC236}">
                <a16:creationId xmlns:a16="http://schemas.microsoft.com/office/drawing/2014/main" id="{FA3502E8-4D5C-0BCF-EA38-E41ADCCB7BFD}"/>
              </a:ext>
            </a:extLst>
          </p:cNvPr>
          <p:cNvSpPr txBox="1">
            <a:spLocks/>
          </p:cNvSpPr>
          <p:nvPr/>
        </p:nvSpPr>
        <p:spPr>
          <a:xfrm>
            <a:off x="3849510" y="3631468"/>
            <a:ext cx="5100765" cy="54542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dirty="0">
                <a:latin typeface="+mj-lt"/>
                <a:ea typeface="Overpass Light"/>
                <a:cs typeface="Overpass Light"/>
                <a:sym typeface="Overpass Light"/>
              </a:rPr>
              <a:t>https://tinyurl.com/ZIMEbellringers</a:t>
            </a:r>
          </a:p>
        </p:txBody>
      </p:sp>
    </p:spTree>
    <p:extLst>
      <p:ext uri="{BB962C8B-B14F-4D97-AF65-F5344CB8AC3E}">
        <p14:creationId xmlns:p14="http://schemas.microsoft.com/office/powerpoint/2010/main" val="1119158424"/>
      </p:ext>
    </p:extLst>
  </p:cSld>
  <p:clrMapOvr>
    <a:masterClrMapping/>
  </p:clrMapOvr>
  <p:transition spd="slow">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4859866" y="119432"/>
            <a:ext cx="4058355" cy="15005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latin typeface="Verdana Pro" panose="020B0604030504040204" pitchFamily="34" charset="0"/>
              </a:rPr>
              <a:t>Screenshots of Me! Bell Ringers</a:t>
            </a:r>
            <a:endParaRPr sz="2000" dirty="0">
              <a:latin typeface="Verdana Pro" panose="020B0604030504040204" pitchFamily="34" charset="0"/>
            </a:endParaRPr>
          </a:p>
        </p:txBody>
      </p:sp>
      <p:pic>
        <p:nvPicPr>
          <p:cNvPr id="9" name="Picture 8" descr="A picture that says Self Awareness: use the dictionary and/or the internet to determine the meaning of self-awareness.">
            <a:extLst>
              <a:ext uri="{FF2B5EF4-FFF2-40B4-BE49-F238E27FC236}">
                <a16:creationId xmlns:a16="http://schemas.microsoft.com/office/drawing/2014/main" id="{9393D59C-A0BC-BA95-7AB2-910A520F1F3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4596801" cy="2549988"/>
          </a:xfrm>
          <a:prstGeom prst="rect">
            <a:avLst/>
          </a:prstGeom>
        </p:spPr>
      </p:pic>
      <p:pic>
        <p:nvPicPr>
          <p:cNvPr id="11" name="Picture 10" descr="Disability Awareness: If you are having problems at school and need help, who do you feel the most comfortable talking to? Why?">
            <a:extLst>
              <a:ext uri="{FF2B5EF4-FFF2-40B4-BE49-F238E27FC236}">
                <a16:creationId xmlns:a16="http://schemas.microsoft.com/office/drawing/2014/main" id="{501EE442-57A4-8A56-4516-4D5F2B6E1FD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059687" y="2281525"/>
            <a:ext cx="4967712" cy="2742543"/>
          </a:xfrm>
          <a:prstGeom prst="rect">
            <a:avLst/>
          </a:prstGeom>
        </p:spPr>
      </p:pic>
    </p:spTree>
    <p:extLst>
      <p:ext uri="{BB962C8B-B14F-4D97-AF65-F5344CB8AC3E}">
        <p14:creationId xmlns:p14="http://schemas.microsoft.com/office/powerpoint/2010/main" val="3815766718"/>
      </p:ext>
    </p:extLst>
  </p:cSld>
  <p:clrMapOvr>
    <a:masterClrMapping/>
  </p:clrMapOvr>
  <p:transition spd="slow">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4781596" y="192809"/>
            <a:ext cx="4054644" cy="102639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latin typeface="Verdana Pro" panose="020B0604030504040204" pitchFamily="34" charset="0"/>
              </a:rPr>
              <a:t>Screenshots 2 of Me! Bell Ringers</a:t>
            </a:r>
            <a:endParaRPr sz="2000" dirty="0">
              <a:latin typeface="Verdana Pro" panose="020B0604030504040204" pitchFamily="34" charset="0"/>
            </a:endParaRPr>
          </a:p>
        </p:txBody>
      </p:sp>
      <p:pic>
        <p:nvPicPr>
          <p:cNvPr id="9" name="Picture 8" descr="A picture that says Postsecondary Goals: what is one goal you would like to accomplish which involves your independent living conditions after you graduate? What are 3 steps you can focus on this year for reaching your independent living goal? ">
            <a:extLst>
              <a:ext uri="{FF2B5EF4-FFF2-40B4-BE49-F238E27FC236}">
                <a16:creationId xmlns:a16="http://schemas.microsoft.com/office/drawing/2014/main" id="{50896E0D-0075-BA8D-EF53-B0528534672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4455399" cy="2467861"/>
          </a:xfrm>
          <a:prstGeom prst="rect">
            <a:avLst/>
          </a:prstGeom>
        </p:spPr>
      </p:pic>
      <p:pic>
        <p:nvPicPr>
          <p:cNvPr id="11" name="Picture 10" descr="A picture that says Self-Directed IEP: Conducting the Meeting. in your opinion, who do you think should run your IEP meeting? Explain why you chose this person. Also, who knows you and your needs the best?">
            <a:extLst>
              <a:ext uri="{FF2B5EF4-FFF2-40B4-BE49-F238E27FC236}">
                <a16:creationId xmlns:a16="http://schemas.microsoft.com/office/drawing/2014/main" id="{E402DEDA-8DDF-D402-2FDF-0A3FB0AB22D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953435" y="2184984"/>
            <a:ext cx="5092401" cy="2839084"/>
          </a:xfrm>
          <a:prstGeom prst="rect">
            <a:avLst/>
          </a:prstGeom>
        </p:spPr>
      </p:pic>
    </p:spTree>
    <p:extLst>
      <p:ext uri="{BB962C8B-B14F-4D97-AF65-F5344CB8AC3E}">
        <p14:creationId xmlns:p14="http://schemas.microsoft.com/office/powerpoint/2010/main" val="605348399"/>
      </p:ext>
    </p:extLst>
  </p:cSld>
  <p:clrMapOvr>
    <a:masterClrMapping/>
  </p:clrMapOvr>
  <p:transition spd="slow">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latin typeface="Verdana Pro" panose="020B0604030504040204" pitchFamily="34" charset="0"/>
              </a:rPr>
              <a:t>Fundamental Bell Ringers</a:t>
            </a:r>
            <a:endParaRPr sz="3600" dirty="0">
              <a:latin typeface="Verdana Pro" panose="020B0604030504040204" pitchFamily="34" charset="0"/>
            </a:endParaRPr>
          </a:p>
        </p:txBody>
      </p:sp>
      <p:sp>
        <p:nvSpPr>
          <p:cNvPr id="5" name="Google Shape;466;p65">
            <a:extLst>
              <a:ext uri="{FF2B5EF4-FFF2-40B4-BE49-F238E27FC236}">
                <a16:creationId xmlns:a16="http://schemas.microsoft.com/office/drawing/2014/main" id="{F34713E1-DCC6-1A99-0558-CAE2DC96528A}"/>
              </a:ext>
            </a:extLst>
          </p:cNvPr>
          <p:cNvSpPr txBox="1">
            <a:spLocks noGrp="1"/>
          </p:cNvSpPr>
          <p:nvPr>
            <p:ph type="subTitle" idx="1"/>
          </p:nvPr>
        </p:nvSpPr>
        <p:spPr>
          <a:xfrm>
            <a:off x="369088" y="827133"/>
            <a:ext cx="3728779" cy="258211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pPr>
            <a:r>
              <a:rPr lang="en-US" sz="2000" dirty="0">
                <a:latin typeface="+mj-lt"/>
                <a:ea typeface="Overpass Light"/>
                <a:cs typeface="Overpass Light"/>
                <a:sym typeface="Overpass Light"/>
              </a:rPr>
              <a:t>Categories</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How I See Myself</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Disability Information</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IEP (Individualized Education Program)</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Improvement Skills </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My Future</a:t>
            </a:r>
          </a:p>
          <a:p>
            <a:pPr marL="342900" lvl="0" algn="l" rtl="0">
              <a:spcBef>
                <a:spcPts val="0"/>
              </a:spcBef>
              <a:spcAft>
                <a:spcPts val="0"/>
              </a:spcAft>
              <a:buClr>
                <a:schemeClr val="dk1"/>
              </a:buClr>
              <a:buSzPts val="1100"/>
              <a:buFont typeface="Arial" panose="020B0604020202020204" pitchFamily="34" charset="0"/>
              <a:buChar char="•"/>
            </a:pPr>
            <a:endParaRPr lang="en-US" sz="2400" dirty="0">
              <a:latin typeface="+mj-lt"/>
              <a:ea typeface="Overpass Light"/>
              <a:cs typeface="Overpass Light"/>
              <a:sym typeface="Overpass Light"/>
            </a:endParaRPr>
          </a:p>
        </p:txBody>
      </p:sp>
      <p:sp>
        <p:nvSpPr>
          <p:cNvPr id="6" name="Google Shape;466;p65">
            <a:extLst>
              <a:ext uri="{FF2B5EF4-FFF2-40B4-BE49-F238E27FC236}">
                <a16:creationId xmlns:a16="http://schemas.microsoft.com/office/drawing/2014/main" id="{7FAB2450-FDFD-0282-9B42-90F15F976C79}"/>
              </a:ext>
            </a:extLst>
          </p:cNvPr>
          <p:cNvSpPr txBox="1">
            <a:spLocks/>
          </p:cNvSpPr>
          <p:nvPr/>
        </p:nvSpPr>
        <p:spPr>
          <a:xfrm>
            <a:off x="448110" y="3309869"/>
            <a:ext cx="3395757" cy="231373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buSzPts val="1100"/>
            </a:pPr>
            <a:r>
              <a:rPr lang="en-US" sz="2000" dirty="0">
                <a:latin typeface="+mj-lt"/>
                <a:ea typeface="Overpass Light"/>
                <a:cs typeface="Overpass Light"/>
                <a:sym typeface="Overpass Light"/>
              </a:rPr>
              <a:t>Features</a:t>
            </a:r>
          </a:p>
          <a:p>
            <a:pPr marL="342900">
              <a:buSzPts val="1100"/>
              <a:buFont typeface="Arial" panose="020B0604020202020204" pitchFamily="34" charset="0"/>
              <a:buChar char="•"/>
            </a:pPr>
            <a:r>
              <a:rPr lang="en-US" sz="2000" dirty="0">
                <a:latin typeface="+mj-lt"/>
                <a:ea typeface="Overpass Light"/>
                <a:cs typeface="Overpass Light"/>
                <a:sym typeface="Overpass Light"/>
              </a:rPr>
              <a:t>Read-aloud option</a:t>
            </a:r>
          </a:p>
          <a:p>
            <a:pPr marL="342900">
              <a:buSzPts val="1100"/>
              <a:buFont typeface="Arial" panose="020B0604020202020204" pitchFamily="34" charset="0"/>
              <a:buChar char="•"/>
            </a:pPr>
            <a:r>
              <a:rPr lang="en-US" sz="2000" dirty="0">
                <a:latin typeface="+mj-lt"/>
                <a:ea typeface="Overpass Light"/>
                <a:cs typeface="Overpass Light"/>
                <a:sym typeface="Overpass Light"/>
              </a:rPr>
              <a:t>Adapted version available</a:t>
            </a:r>
          </a:p>
        </p:txBody>
      </p:sp>
      <p:pic>
        <p:nvPicPr>
          <p:cNvPr id="4" name="Picture 3" descr="A qr code for the website https://tinyurl.com/ZIFbellringers">
            <a:extLst>
              <a:ext uri="{FF2B5EF4-FFF2-40B4-BE49-F238E27FC236}">
                <a16:creationId xmlns:a16="http://schemas.microsoft.com/office/drawing/2014/main" id="{CDE210E2-C3CF-ED95-D6D7-6FECB17DAF2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64601" y="953584"/>
            <a:ext cx="2356285" cy="2356285"/>
          </a:xfrm>
          <a:prstGeom prst="rect">
            <a:avLst/>
          </a:prstGeom>
        </p:spPr>
      </p:pic>
      <p:sp>
        <p:nvSpPr>
          <p:cNvPr id="2" name="Google Shape;466;p65">
            <a:extLst>
              <a:ext uri="{FF2B5EF4-FFF2-40B4-BE49-F238E27FC236}">
                <a16:creationId xmlns:a16="http://schemas.microsoft.com/office/drawing/2014/main" id="{FA3502E8-4D5C-0BCF-EA38-E41ADCCB7BFD}"/>
              </a:ext>
            </a:extLst>
          </p:cNvPr>
          <p:cNvSpPr txBox="1">
            <a:spLocks/>
          </p:cNvSpPr>
          <p:nvPr/>
        </p:nvSpPr>
        <p:spPr>
          <a:xfrm>
            <a:off x="4572000" y="3482215"/>
            <a:ext cx="4378276"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400" dirty="0">
                <a:latin typeface="+mj-lt"/>
                <a:ea typeface="Overpass Light"/>
                <a:cs typeface="Overpass Light"/>
                <a:sym typeface="Overpass Light"/>
              </a:rPr>
              <a:t>https://tinyurl.com/ZIFbellringers</a:t>
            </a:r>
          </a:p>
        </p:txBody>
      </p:sp>
    </p:spTree>
    <p:extLst>
      <p:ext uri="{BB962C8B-B14F-4D97-AF65-F5344CB8AC3E}">
        <p14:creationId xmlns:p14="http://schemas.microsoft.com/office/powerpoint/2010/main" val="213610345"/>
      </p:ext>
    </p:extLst>
  </p:cSld>
  <p:clrMapOvr>
    <a:masterClrMapping/>
  </p:clrMapOvr>
  <p:transition spd="slow">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5430116" y="74276"/>
            <a:ext cx="3597283" cy="114492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latin typeface="Verdana Pro" panose="020B0604030504040204" pitchFamily="34" charset="0"/>
              </a:rPr>
              <a:t>Screenshots of Fundamental Bell Ringers</a:t>
            </a:r>
            <a:endParaRPr sz="2000" dirty="0">
              <a:latin typeface="Verdana Pro" panose="020B0604030504040204" pitchFamily="34" charset="0"/>
            </a:endParaRPr>
          </a:p>
        </p:txBody>
      </p:sp>
      <p:pic>
        <p:nvPicPr>
          <p:cNvPr id="4" name="Picture 3" descr="A picture that says Self-Awareness.  in your own words, what do you think self-awareness is?">
            <a:extLst>
              <a:ext uri="{FF2B5EF4-FFF2-40B4-BE49-F238E27FC236}">
                <a16:creationId xmlns:a16="http://schemas.microsoft.com/office/drawing/2014/main" id="{20719F1A-9858-13D7-36C7-83507BF05EC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5116122" cy="2862646"/>
          </a:xfrm>
          <a:prstGeom prst="rect">
            <a:avLst/>
          </a:prstGeom>
        </p:spPr>
      </p:pic>
      <p:pic>
        <p:nvPicPr>
          <p:cNvPr id="7" name="Picture 6" descr="A picture that says Disability Awareness. how does your disability impact you in school? What things help you to overcome your disability?">
            <a:extLst>
              <a:ext uri="{FF2B5EF4-FFF2-40B4-BE49-F238E27FC236}">
                <a16:creationId xmlns:a16="http://schemas.microsoft.com/office/drawing/2014/main" id="{530E2A87-CAEA-46D8-0A15-BB7D53ED66B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848793" y="2129456"/>
            <a:ext cx="5178606" cy="2894612"/>
          </a:xfrm>
          <a:prstGeom prst="rect">
            <a:avLst/>
          </a:prstGeom>
        </p:spPr>
      </p:pic>
    </p:spTree>
    <p:extLst>
      <p:ext uri="{BB962C8B-B14F-4D97-AF65-F5344CB8AC3E}">
        <p14:creationId xmlns:p14="http://schemas.microsoft.com/office/powerpoint/2010/main" val="2041368290"/>
      </p:ext>
    </p:extLst>
  </p:cSld>
  <p:clrMapOvr>
    <a:masterClrMapping/>
  </p:clrMapOvr>
  <p:transition spd="slow">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5253045" y="119432"/>
            <a:ext cx="3851443" cy="17150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latin typeface="Verdana Pro" panose="020B0604030504040204" pitchFamily="34" charset="0"/>
              </a:rPr>
              <a:t>Screenshots of Fundamental Bell Ringers 2</a:t>
            </a:r>
            <a:endParaRPr sz="2000" dirty="0">
              <a:latin typeface="Verdana Pro" panose="020B0604030504040204" pitchFamily="34" charset="0"/>
            </a:endParaRPr>
          </a:p>
        </p:txBody>
      </p:sp>
      <p:pic>
        <p:nvPicPr>
          <p:cNvPr id="4" name="Picture 3" descr="A picture that says Postsecondary Goals.  what is one goal you would like to accomplish which involves your career after you graduate? What are 3 steps you can focus on this year for reaching your career goal? ">
            <a:extLst>
              <a:ext uri="{FF2B5EF4-FFF2-40B4-BE49-F238E27FC236}">
                <a16:creationId xmlns:a16="http://schemas.microsoft.com/office/drawing/2014/main" id="{415C346C-8BC5-26C8-D907-195C7856A94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4769164" cy="2666259"/>
          </a:xfrm>
          <a:prstGeom prst="rect">
            <a:avLst/>
          </a:prstGeom>
        </p:spPr>
      </p:pic>
      <p:pic>
        <p:nvPicPr>
          <p:cNvPr id="7" name="Picture 6" descr="A picture that says Self-Directed IEP- Strengths. what are three strengths that should be listed on your IEP? What additional supports can your IEP team focus on relative to your education?">
            <a:extLst>
              <a:ext uri="{FF2B5EF4-FFF2-40B4-BE49-F238E27FC236}">
                <a16:creationId xmlns:a16="http://schemas.microsoft.com/office/drawing/2014/main" id="{149AFE66-7185-AF7D-BA64-28FF9FE3B71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258235" y="2359706"/>
            <a:ext cx="4769164" cy="2664361"/>
          </a:xfrm>
          <a:prstGeom prst="rect">
            <a:avLst/>
          </a:prstGeom>
        </p:spPr>
      </p:pic>
    </p:spTree>
    <p:extLst>
      <p:ext uri="{BB962C8B-B14F-4D97-AF65-F5344CB8AC3E}">
        <p14:creationId xmlns:p14="http://schemas.microsoft.com/office/powerpoint/2010/main" val="3219422611"/>
      </p:ext>
    </p:extLst>
  </p:cSld>
  <p:clrMapOvr>
    <a:masterClrMapping/>
  </p:clrMapOvr>
  <p:transition spd="slow">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dirty="0">
                <a:latin typeface="Verdana Pro" panose="020B0604030504040204" pitchFamily="34" charset="0"/>
              </a:rPr>
              <a:t>Financial Literacy Bell Ringers</a:t>
            </a:r>
            <a:br>
              <a:rPr lang="en" sz="3200" dirty="0">
                <a:latin typeface="Verdana Pro" panose="020B0604030504040204" pitchFamily="34" charset="0"/>
              </a:rPr>
            </a:br>
            <a:r>
              <a:rPr lang="en" sz="3200" dirty="0">
                <a:latin typeface="Verdana Pro" panose="020B0604030504040204" pitchFamily="34" charset="0"/>
              </a:rPr>
              <a:t>(AKA Math Bell Ringers)</a:t>
            </a:r>
            <a:endParaRPr sz="3200" dirty="0">
              <a:latin typeface="Verdana Pro" panose="020B0604030504040204" pitchFamily="34" charset="0"/>
            </a:endParaRPr>
          </a:p>
        </p:txBody>
      </p:sp>
      <p:sp>
        <p:nvSpPr>
          <p:cNvPr id="5" name="Google Shape;466;p65">
            <a:extLst>
              <a:ext uri="{FF2B5EF4-FFF2-40B4-BE49-F238E27FC236}">
                <a16:creationId xmlns:a16="http://schemas.microsoft.com/office/drawing/2014/main" id="{F34713E1-DCC6-1A99-0558-CAE2DC96528A}"/>
              </a:ext>
            </a:extLst>
          </p:cNvPr>
          <p:cNvSpPr txBox="1">
            <a:spLocks noGrp="1"/>
          </p:cNvSpPr>
          <p:nvPr>
            <p:ph type="subTitle" idx="1"/>
          </p:nvPr>
        </p:nvSpPr>
        <p:spPr>
          <a:xfrm>
            <a:off x="20267" y="1233805"/>
            <a:ext cx="4378276" cy="305069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pPr>
            <a:r>
              <a:rPr lang="en-US" sz="2000" u="sng" dirty="0">
                <a:latin typeface="+mj-lt"/>
                <a:ea typeface="Overpass Light"/>
                <a:cs typeface="Overpass Light"/>
                <a:sym typeface="Overpass Light"/>
              </a:rPr>
              <a:t>Categories</a:t>
            </a:r>
          </a:p>
          <a:p>
            <a:pPr marL="342900" lvl="0" algn="l" rtl="0">
              <a:spcBef>
                <a:spcPts val="0"/>
              </a:spcBef>
              <a:spcAft>
                <a:spcPts val="0"/>
              </a:spcAft>
              <a:buClr>
                <a:schemeClr val="dk1"/>
              </a:buClr>
              <a:buSzPts val="1100"/>
              <a:buFont typeface="Arial" panose="020B0604020202020204" pitchFamily="34" charset="0"/>
              <a:buChar char="•"/>
            </a:pPr>
            <a:r>
              <a:rPr lang="en-US" sz="1600" dirty="0">
                <a:latin typeface="+mj-lt"/>
                <a:ea typeface="Overpass Light"/>
                <a:cs typeface="Overpass Light"/>
                <a:sym typeface="Overpass Light"/>
              </a:rPr>
              <a:t>Earning an Income</a:t>
            </a:r>
          </a:p>
          <a:p>
            <a:pPr marL="342900" lvl="0" algn="l" rtl="0">
              <a:spcBef>
                <a:spcPts val="0"/>
              </a:spcBef>
              <a:spcAft>
                <a:spcPts val="0"/>
              </a:spcAft>
              <a:buClr>
                <a:schemeClr val="dk1"/>
              </a:buClr>
              <a:buSzPts val="1100"/>
              <a:buFont typeface="Arial" panose="020B0604020202020204" pitchFamily="34" charset="0"/>
              <a:buChar char="•"/>
            </a:pPr>
            <a:r>
              <a:rPr lang="en-US" sz="1600" dirty="0">
                <a:latin typeface="+mj-lt"/>
                <a:ea typeface="Overpass Light"/>
                <a:cs typeface="Overpass Light"/>
                <a:sym typeface="Overpass Light"/>
              </a:rPr>
              <a:t>Taxes</a:t>
            </a:r>
          </a:p>
          <a:p>
            <a:pPr marL="342900" lvl="0" algn="l" rtl="0">
              <a:spcBef>
                <a:spcPts val="0"/>
              </a:spcBef>
              <a:spcAft>
                <a:spcPts val="0"/>
              </a:spcAft>
              <a:buClr>
                <a:schemeClr val="dk1"/>
              </a:buClr>
              <a:buSzPts val="1100"/>
              <a:buFont typeface="Arial" panose="020B0604020202020204" pitchFamily="34" charset="0"/>
              <a:buChar char="•"/>
            </a:pPr>
            <a:r>
              <a:rPr lang="en-US" sz="1600" dirty="0">
                <a:latin typeface="+mj-lt"/>
                <a:ea typeface="Overpass Light"/>
                <a:cs typeface="Overpass Light"/>
                <a:sym typeface="Overpass Light"/>
              </a:rPr>
              <a:t>Financial Service Providers</a:t>
            </a:r>
          </a:p>
          <a:p>
            <a:pPr marL="342900" lvl="0" algn="l" rtl="0">
              <a:spcBef>
                <a:spcPts val="0"/>
              </a:spcBef>
              <a:spcAft>
                <a:spcPts val="0"/>
              </a:spcAft>
              <a:buClr>
                <a:schemeClr val="dk1"/>
              </a:buClr>
              <a:buSzPts val="1100"/>
              <a:buFont typeface="Arial" panose="020B0604020202020204" pitchFamily="34" charset="0"/>
              <a:buChar char="•"/>
            </a:pPr>
            <a:r>
              <a:rPr lang="en-US" sz="1600" dirty="0">
                <a:latin typeface="+mj-lt"/>
                <a:ea typeface="Overpass Light"/>
                <a:cs typeface="Overpass Light"/>
                <a:sym typeface="Overpass Light"/>
              </a:rPr>
              <a:t>Managing a Bank Account</a:t>
            </a:r>
          </a:p>
          <a:p>
            <a:pPr marL="342900" lvl="0" algn="l" rtl="0">
              <a:spcBef>
                <a:spcPts val="0"/>
              </a:spcBef>
              <a:spcAft>
                <a:spcPts val="0"/>
              </a:spcAft>
              <a:buClr>
                <a:schemeClr val="dk1"/>
              </a:buClr>
              <a:buSzPts val="1100"/>
              <a:buFont typeface="Arial" panose="020B0604020202020204" pitchFamily="34" charset="0"/>
              <a:buChar char="•"/>
            </a:pPr>
            <a:r>
              <a:rPr lang="en-US" sz="1600" dirty="0">
                <a:latin typeface="+mj-lt"/>
                <a:ea typeface="Overpass Light"/>
                <a:cs typeface="Overpass Light"/>
                <a:sym typeface="Overpass Light"/>
              </a:rPr>
              <a:t>Savings &amp; Investing</a:t>
            </a:r>
          </a:p>
          <a:p>
            <a:pPr marL="342900" lvl="0" algn="l" rtl="0">
              <a:spcBef>
                <a:spcPts val="0"/>
              </a:spcBef>
              <a:spcAft>
                <a:spcPts val="0"/>
              </a:spcAft>
              <a:buClr>
                <a:schemeClr val="dk1"/>
              </a:buClr>
              <a:buSzPts val="1100"/>
              <a:buFont typeface="Arial" panose="020B0604020202020204" pitchFamily="34" charset="0"/>
              <a:buChar char="•"/>
            </a:pPr>
            <a:r>
              <a:rPr lang="en-US" sz="1600" dirty="0">
                <a:latin typeface="+mj-lt"/>
                <a:ea typeface="Overpass Light"/>
                <a:cs typeface="Overpass Light"/>
                <a:sym typeface="Overpass Light"/>
              </a:rPr>
              <a:t>Retirement Planning</a:t>
            </a:r>
          </a:p>
          <a:p>
            <a:pPr marL="342900" lvl="0" algn="l" rtl="0">
              <a:spcBef>
                <a:spcPts val="0"/>
              </a:spcBef>
              <a:spcAft>
                <a:spcPts val="0"/>
              </a:spcAft>
              <a:buClr>
                <a:schemeClr val="dk1"/>
              </a:buClr>
              <a:buSzPts val="1100"/>
              <a:buFont typeface="Arial" panose="020B0604020202020204" pitchFamily="34" charset="0"/>
              <a:buChar char="•"/>
            </a:pPr>
            <a:r>
              <a:rPr lang="en-US" sz="1600" dirty="0">
                <a:latin typeface="+mj-lt"/>
                <a:ea typeface="Overpass Light"/>
                <a:cs typeface="Overpass Light"/>
                <a:sym typeface="Overpass Light"/>
              </a:rPr>
              <a:t>Borrowing Money</a:t>
            </a:r>
          </a:p>
          <a:p>
            <a:pPr marL="342900" lvl="0" algn="l" rtl="0">
              <a:spcBef>
                <a:spcPts val="0"/>
              </a:spcBef>
              <a:spcAft>
                <a:spcPts val="0"/>
              </a:spcAft>
              <a:buClr>
                <a:schemeClr val="dk1"/>
              </a:buClr>
              <a:buSzPts val="1100"/>
              <a:buFont typeface="Arial" panose="020B0604020202020204" pitchFamily="34" charset="0"/>
              <a:buChar char="•"/>
            </a:pPr>
            <a:r>
              <a:rPr lang="en-US" sz="1600" dirty="0">
                <a:latin typeface="+mj-lt"/>
                <a:ea typeface="Overpass Light"/>
                <a:cs typeface="Overpass Light"/>
                <a:sym typeface="Overpass Light"/>
              </a:rPr>
              <a:t>Credit Cards &amp; Online Shopping</a:t>
            </a:r>
          </a:p>
          <a:p>
            <a:pPr marL="342900" lvl="0" algn="l" rtl="0">
              <a:spcBef>
                <a:spcPts val="0"/>
              </a:spcBef>
              <a:spcAft>
                <a:spcPts val="0"/>
              </a:spcAft>
              <a:buClr>
                <a:schemeClr val="dk1"/>
              </a:buClr>
              <a:buSzPts val="1100"/>
              <a:buFont typeface="Arial" panose="020B0604020202020204" pitchFamily="34" charset="0"/>
              <a:buChar char="•"/>
            </a:pPr>
            <a:r>
              <a:rPr lang="en-US" sz="1600" dirty="0">
                <a:latin typeface="+mj-lt"/>
                <a:ea typeface="Overpass Light"/>
                <a:cs typeface="Overpass Light"/>
                <a:sym typeface="Overpass Light"/>
              </a:rPr>
              <a:t>Fraud &amp; Identity Theft</a:t>
            </a:r>
          </a:p>
          <a:p>
            <a:pPr marL="342900" lvl="0" algn="l" rtl="0">
              <a:spcBef>
                <a:spcPts val="0"/>
              </a:spcBef>
              <a:spcAft>
                <a:spcPts val="0"/>
              </a:spcAft>
              <a:buClr>
                <a:schemeClr val="dk1"/>
              </a:buClr>
              <a:buSzPts val="1100"/>
              <a:buFont typeface="Arial" panose="020B0604020202020204" pitchFamily="34" charset="0"/>
              <a:buChar char="•"/>
            </a:pPr>
            <a:r>
              <a:rPr lang="en-US" sz="1600" dirty="0">
                <a:latin typeface="+mj-lt"/>
                <a:ea typeface="Overpass Light"/>
                <a:cs typeface="Overpass Light"/>
                <a:sym typeface="Overpass Light"/>
              </a:rPr>
              <a:t>Renting Vs. Buying</a:t>
            </a:r>
          </a:p>
          <a:p>
            <a:pPr marL="342900" lvl="0" algn="l" rtl="0">
              <a:spcBef>
                <a:spcPts val="0"/>
              </a:spcBef>
              <a:spcAft>
                <a:spcPts val="0"/>
              </a:spcAft>
              <a:buClr>
                <a:schemeClr val="dk1"/>
              </a:buClr>
              <a:buSzPts val="1100"/>
              <a:buFont typeface="Arial" panose="020B0604020202020204" pitchFamily="34" charset="0"/>
              <a:buChar char="•"/>
            </a:pPr>
            <a:r>
              <a:rPr lang="en-US" sz="1600" dirty="0">
                <a:latin typeface="+mj-lt"/>
                <a:ea typeface="Overpass Light"/>
                <a:cs typeface="Overpass Light"/>
                <a:sym typeface="Overpass Light"/>
              </a:rPr>
              <a:t>Risk Management &amp; Insurance</a:t>
            </a:r>
          </a:p>
          <a:p>
            <a:pPr marL="342900" lvl="0" algn="l" rtl="0">
              <a:spcBef>
                <a:spcPts val="0"/>
              </a:spcBef>
              <a:spcAft>
                <a:spcPts val="0"/>
              </a:spcAft>
              <a:buClr>
                <a:schemeClr val="dk1"/>
              </a:buClr>
              <a:buSzPts val="1100"/>
              <a:buFont typeface="Arial" panose="020B0604020202020204" pitchFamily="34" charset="0"/>
              <a:buChar char="•"/>
            </a:pPr>
            <a:r>
              <a:rPr lang="en-US" sz="1600" dirty="0">
                <a:latin typeface="+mj-lt"/>
                <a:ea typeface="Overpass Light"/>
                <a:cs typeface="Overpass Light"/>
                <a:sym typeface="Overpass Light"/>
              </a:rPr>
              <a:t>Bankruptcy</a:t>
            </a:r>
          </a:p>
          <a:p>
            <a:pPr marL="342900" lvl="0" algn="l" rtl="0">
              <a:spcBef>
                <a:spcPts val="0"/>
              </a:spcBef>
              <a:spcAft>
                <a:spcPts val="0"/>
              </a:spcAft>
              <a:buClr>
                <a:schemeClr val="dk1"/>
              </a:buClr>
              <a:buSzPts val="1100"/>
              <a:buFont typeface="Arial" panose="020B0604020202020204" pitchFamily="34" charset="0"/>
              <a:buChar char="•"/>
            </a:pPr>
            <a:r>
              <a:rPr lang="en-US" sz="1600" dirty="0">
                <a:latin typeface="+mj-lt"/>
                <a:ea typeface="Overpass Light"/>
                <a:cs typeface="Overpass Light"/>
                <a:sym typeface="Overpass Light"/>
              </a:rPr>
              <a:t>Future Planning</a:t>
            </a:r>
          </a:p>
          <a:p>
            <a:pPr marL="342900" lvl="0" algn="l" rtl="0">
              <a:spcBef>
                <a:spcPts val="0"/>
              </a:spcBef>
              <a:spcAft>
                <a:spcPts val="0"/>
              </a:spcAft>
              <a:buClr>
                <a:schemeClr val="dk1"/>
              </a:buClr>
              <a:buSzPts val="1100"/>
              <a:buFont typeface="Arial" panose="020B0604020202020204" pitchFamily="34" charset="0"/>
              <a:buChar char="•"/>
            </a:pPr>
            <a:endParaRPr lang="en-US" sz="2400" dirty="0">
              <a:latin typeface="+mj-lt"/>
              <a:ea typeface="Overpass Light"/>
              <a:cs typeface="Overpass Light"/>
              <a:sym typeface="Overpass Light"/>
            </a:endParaRPr>
          </a:p>
        </p:txBody>
      </p:sp>
      <p:sp>
        <p:nvSpPr>
          <p:cNvPr id="6" name="Google Shape;466;p65">
            <a:extLst>
              <a:ext uri="{FF2B5EF4-FFF2-40B4-BE49-F238E27FC236}">
                <a16:creationId xmlns:a16="http://schemas.microsoft.com/office/drawing/2014/main" id="{7FAB2450-FDFD-0282-9B42-90F15F976C79}"/>
              </a:ext>
            </a:extLst>
          </p:cNvPr>
          <p:cNvSpPr txBox="1">
            <a:spLocks/>
          </p:cNvSpPr>
          <p:nvPr/>
        </p:nvSpPr>
        <p:spPr>
          <a:xfrm>
            <a:off x="4113580" y="1279158"/>
            <a:ext cx="4743550" cy="84969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buSzPts val="1100"/>
            </a:pPr>
            <a:r>
              <a:rPr lang="en-US" sz="2000" u="sng" dirty="0">
                <a:latin typeface="+mj-lt"/>
                <a:ea typeface="Overpass Light"/>
                <a:cs typeface="Overpass Light"/>
                <a:sym typeface="Overpass Light"/>
              </a:rPr>
              <a:t>Features</a:t>
            </a:r>
          </a:p>
          <a:p>
            <a:pPr marL="342900">
              <a:buSzPts val="1100"/>
              <a:buFont typeface="Arial" panose="020B0604020202020204" pitchFamily="34" charset="0"/>
              <a:buChar char="•"/>
            </a:pPr>
            <a:r>
              <a:rPr lang="en-US" sz="1800" dirty="0">
                <a:latin typeface="+mj-lt"/>
                <a:ea typeface="Overpass Light"/>
                <a:cs typeface="Overpass Light"/>
                <a:sym typeface="Overpass Light"/>
              </a:rPr>
              <a:t>Read-aloud option</a:t>
            </a:r>
          </a:p>
        </p:txBody>
      </p:sp>
      <p:pic>
        <p:nvPicPr>
          <p:cNvPr id="8" name="Picture 7" descr="A qr code for the website https://tinyurl.com/ZIFLbellringers">
            <a:extLst>
              <a:ext uri="{FF2B5EF4-FFF2-40B4-BE49-F238E27FC236}">
                <a16:creationId xmlns:a16="http://schemas.microsoft.com/office/drawing/2014/main" id="{29EFA8C8-C857-CCF6-13F2-4B22154E45E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72000" y="2246370"/>
            <a:ext cx="1536565" cy="1536565"/>
          </a:xfrm>
          <a:prstGeom prst="rect">
            <a:avLst/>
          </a:prstGeom>
        </p:spPr>
      </p:pic>
      <p:sp>
        <p:nvSpPr>
          <p:cNvPr id="2" name="Google Shape;466;p65">
            <a:extLst>
              <a:ext uri="{FF2B5EF4-FFF2-40B4-BE49-F238E27FC236}">
                <a16:creationId xmlns:a16="http://schemas.microsoft.com/office/drawing/2014/main" id="{FA3502E8-4D5C-0BCF-EA38-E41ADCCB7BFD}"/>
              </a:ext>
            </a:extLst>
          </p:cNvPr>
          <p:cNvSpPr txBox="1">
            <a:spLocks/>
          </p:cNvSpPr>
          <p:nvPr/>
        </p:nvSpPr>
        <p:spPr>
          <a:xfrm>
            <a:off x="-872328" y="3900457"/>
            <a:ext cx="8405824" cy="7077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000" dirty="0">
                <a:latin typeface="+mj-lt"/>
                <a:ea typeface="Overpass Light"/>
                <a:cs typeface="Overpass Light"/>
                <a:sym typeface="Overpass Light"/>
              </a:rPr>
              <a:t>https://tinyurl.com/ZIFLbellringers</a:t>
            </a:r>
          </a:p>
        </p:txBody>
      </p:sp>
    </p:spTree>
    <p:extLst>
      <p:ext uri="{BB962C8B-B14F-4D97-AF65-F5344CB8AC3E}">
        <p14:creationId xmlns:p14="http://schemas.microsoft.com/office/powerpoint/2010/main" val="969855632"/>
      </p:ext>
    </p:extLst>
  </p:cSld>
  <p:clrMapOvr>
    <a:masterClrMapping/>
  </p:clrMapOvr>
  <p:transition spd="slow">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5345288" y="260544"/>
            <a:ext cx="3209366" cy="143843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latin typeface="Verdana Pro" panose="020B0604030504040204" pitchFamily="34" charset="0"/>
              </a:rPr>
              <a:t>Screenshots of Personal Financial Literacy Bell Ringers</a:t>
            </a:r>
            <a:endParaRPr sz="2000" dirty="0">
              <a:latin typeface="Verdana Pro" panose="020B0604030504040204" pitchFamily="34" charset="0"/>
            </a:endParaRPr>
          </a:p>
        </p:txBody>
      </p:sp>
      <p:pic>
        <p:nvPicPr>
          <p:cNvPr id="3" name="Picture 2" descr="A picture that says  Earning an Income: write a monthly budget for when you are supporting yourself. (Hint: house, car, bills, food, fun, etc...)">
            <a:extLst>
              <a:ext uri="{FF2B5EF4-FFF2-40B4-BE49-F238E27FC236}">
                <a16:creationId xmlns:a16="http://schemas.microsoft.com/office/drawing/2014/main" id="{B15D027E-1F3C-F1F5-4FFD-E0350E3A145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6601" y="106748"/>
            <a:ext cx="4455399" cy="2465002"/>
          </a:xfrm>
          <a:prstGeom prst="rect">
            <a:avLst/>
          </a:prstGeom>
        </p:spPr>
      </p:pic>
      <p:pic>
        <p:nvPicPr>
          <p:cNvPr id="6" name="Picture 5" descr="A picture that says Taxes: what type of taxes are you currently responsible for paying?">
            <a:extLst>
              <a:ext uri="{FF2B5EF4-FFF2-40B4-BE49-F238E27FC236}">
                <a16:creationId xmlns:a16="http://schemas.microsoft.com/office/drawing/2014/main" id="{684AECB4-2612-F860-7768-45A207C6DDB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572000" y="2538693"/>
            <a:ext cx="4455400" cy="2485375"/>
          </a:xfrm>
          <a:prstGeom prst="rect">
            <a:avLst/>
          </a:prstGeom>
        </p:spPr>
      </p:pic>
    </p:spTree>
    <p:extLst>
      <p:ext uri="{BB962C8B-B14F-4D97-AF65-F5344CB8AC3E}">
        <p14:creationId xmlns:p14="http://schemas.microsoft.com/office/powerpoint/2010/main" val="3557748535"/>
      </p:ext>
    </p:extLst>
  </p:cSld>
  <p:clrMapOvr>
    <a:masterClrMapping/>
  </p:clrMapOvr>
  <p:transition spd="slow">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5478823" y="198453"/>
            <a:ext cx="3439399" cy="176581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latin typeface="Verdana Pro" panose="020B0604030504040204" pitchFamily="34" charset="0"/>
              </a:rPr>
              <a:t>Screenshots of Personal Financial Literacy Bell Ringers 2</a:t>
            </a:r>
            <a:endParaRPr sz="2000" dirty="0">
              <a:latin typeface="Verdana Pro" panose="020B0604030504040204" pitchFamily="34" charset="0"/>
            </a:endParaRPr>
          </a:p>
        </p:txBody>
      </p:sp>
      <p:pic>
        <p:nvPicPr>
          <p:cNvPr id="6" name="Picture 5" descr="A picture that says Maniaging a Bank Account: what is the difference between a checking account and savings account?">
            <a:extLst>
              <a:ext uri="{FF2B5EF4-FFF2-40B4-BE49-F238E27FC236}">
                <a16:creationId xmlns:a16="http://schemas.microsoft.com/office/drawing/2014/main" id="{4374C40A-9645-9846-1019-7C07F9E1133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6542"/>
            <a:ext cx="4951019" cy="2715208"/>
          </a:xfrm>
          <a:prstGeom prst="rect">
            <a:avLst/>
          </a:prstGeom>
        </p:spPr>
      </p:pic>
      <p:pic>
        <p:nvPicPr>
          <p:cNvPr id="9" name="Picture 8" descr="A picture that says Fraud and IDentity Theft: what are things you can do to avoid being a victim of fraud?">
            <a:extLst>
              <a:ext uri="{FF2B5EF4-FFF2-40B4-BE49-F238E27FC236}">
                <a16:creationId xmlns:a16="http://schemas.microsoft.com/office/drawing/2014/main" id="{E328C08A-94F3-6577-1DC2-A058F2981DD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214553" y="2371878"/>
            <a:ext cx="4834931" cy="2652190"/>
          </a:xfrm>
          <a:prstGeom prst="rect">
            <a:avLst/>
          </a:prstGeom>
        </p:spPr>
      </p:pic>
    </p:spTree>
    <p:extLst>
      <p:ext uri="{BB962C8B-B14F-4D97-AF65-F5344CB8AC3E}">
        <p14:creationId xmlns:p14="http://schemas.microsoft.com/office/powerpoint/2010/main" val="849338698"/>
      </p:ext>
    </p:extLst>
  </p:cSld>
  <p:clrMapOvr>
    <a:masterClrMapping/>
  </p:clrMapOvr>
  <p:transition spd="slow">
    <p:fade thruBlk="1"/>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32879"/>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200" dirty="0">
                <a:latin typeface="Verdana Pro" panose="020B0604030504040204" pitchFamily="34" charset="0"/>
              </a:rPr>
              <a:t>Daily &amp; Independent Living Bell Ringers</a:t>
            </a:r>
            <a:endParaRPr sz="3200" dirty="0">
              <a:latin typeface="Verdana Pro" panose="020B0604030504040204" pitchFamily="34" charset="0"/>
            </a:endParaRPr>
          </a:p>
        </p:txBody>
      </p:sp>
      <p:sp>
        <p:nvSpPr>
          <p:cNvPr id="5" name="Google Shape;466;p65">
            <a:extLst>
              <a:ext uri="{FF2B5EF4-FFF2-40B4-BE49-F238E27FC236}">
                <a16:creationId xmlns:a16="http://schemas.microsoft.com/office/drawing/2014/main" id="{F34713E1-DCC6-1A99-0558-CAE2DC96528A}"/>
              </a:ext>
              <a:ext uri="{C183D7F6-B498-43B3-948B-1728B52AA6E4}">
                <adec:decorative xmlns:adec="http://schemas.microsoft.com/office/drawing/2017/decorative" val="0"/>
              </a:ext>
            </a:extLst>
          </p:cNvPr>
          <p:cNvSpPr txBox="1">
            <a:spLocks noGrp="1"/>
          </p:cNvSpPr>
          <p:nvPr>
            <p:ph type="subTitle" idx="1"/>
          </p:nvPr>
        </p:nvSpPr>
        <p:spPr>
          <a:xfrm>
            <a:off x="248356" y="882520"/>
            <a:ext cx="4323644" cy="250268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pPr>
            <a:r>
              <a:rPr lang="en-US" sz="2000" u="sng" dirty="0">
                <a:latin typeface="+mj-lt"/>
                <a:ea typeface="Overpass Light"/>
                <a:cs typeface="Overpass Light"/>
                <a:sym typeface="Overpass Light"/>
              </a:rPr>
              <a:t>Categories</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Daily Living Skills/Being Independent</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Housing</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Health &amp; Medical</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Self-Care</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Career &amp; Employment</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Transportation</a:t>
            </a:r>
          </a:p>
          <a:p>
            <a:pPr marL="342900" lvl="0" algn="l" rtl="0">
              <a:spcBef>
                <a:spcPts val="0"/>
              </a:spcBef>
              <a:spcAft>
                <a:spcPts val="0"/>
              </a:spcAft>
              <a:buClr>
                <a:schemeClr val="dk1"/>
              </a:buClr>
              <a:buSzPts val="1100"/>
              <a:buFont typeface="Arial" panose="020B0604020202020204" pitchFamily="34" charset="0"/>
              <a:buChar char="•"/>
            </a:pPr>
            <a:endParaRPr lang="en-US" sz="2400" dirty="0">
              <a:latin typeface="+mj-lt"/>
              <a:ea typeface="Overpass Light"/>
              <a:cs typeface="Overpass Light"/>
              <a:sym typeface="Overpass Light"/>
            </a:endParaRPr>
          </a:p>
        </p:txBody>
      </p:sp>
      <p:sp>
        <p:nvSpPr>
          <p:cNvPr id="6" name="Google Shape;466;p65">
            <a:extLst>
              <a:ext uri="{FF2B5EF4-FFF2-40B4-BE49-F238E27FC236}">
                <a16:creationId xmlns:a16="http://schemas.microsoft.com/office/drawing/2014/main" id="{7FAB2450-FDFD-0282-9B42-90F15F976C79}"/>
              </a:ext>
              <a:ext uri="{C183D7F6-B498-43B3-948B-1728B52AA6E4}">
                <adec:decorative xmlns:adec="http://schemas.microsoft.com/office/drawing/2017/decorative" val="0"/>
              </a:ext>
            </a:extLst>
          </p:cNvPr>
          <p:cNvSpPr txBox="1">
            <a:spLocks/>
          </p:cNvSpPr>
          <p:nvPr/>
        </p:nvSpPr>
        <p:spPr>
          <a:xfrm>
            <a:off x="116601" y="3411290"/>
            <a:ext cx="4743550" cy="84969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buSzPts val="1100"/>
            </a:pPr>
            <a:r>
              <a:rPr lang="en-US" sz="2000" u="sng" dirty="0">
                <a:latin typeface="+mj-lt"/>
                <a:ea typeface="Overpass Light"/>
                <a:cs typeface="Overpass Light"/>
                <a:sym typeface="Overpass Light"/>
              </a:rPr>
              <a:t>Features</a:t>
            </a:r>
          </a:p>
          <a:p>
            <a:pPr marL="342900">
              <a:buSzPts val="1100"/>
              <a:buFont typeface="Arial" panose="020B0604020202020204" pitchFamily="34" charset="0"/>
              <a:buChar char="•"/>
            </a:pPr>
            <a:r>
              <a:rPr lang="en-US" sz="2000" dirty="0">
                <a:latin typeface="+mj-lt"/>
                <a:ea typeface="Overpass Light"/>
                <a:cs typeface="Overpass Light"/>
                <a:sym typeface="Overpass Light"/>
              </a:rPr>
              <a:t>Read-aloud option</a:t>
            </a:r>
          </a:p>
        </p:txBody>
      </p:sp>
      <p:pic>
        <p:nvPicPr>
          <p:cNvPr id="7" name="Picture 6" descr="A qr for the website https://tinyurl.com/bellringersALL">
            <a:extLst>
              <a:ext uri="{FF2B5EF4-FFF2-40B4-BE49-F238E27FC236}">
                <a16:creationId xmlns:a16="http://schemas.microsoft.com/office/drawing/2014/main" id="{90FE5490-6B46-F50C-AD02-7535693F9B8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500443" y="1102301"/>
            <a:ext cx="2312785" cy="2312785"/>
          </a:xfrm>
          <a:prstGeom prst="rect">
            <a:avLst/>
          </a:prstGeom>
        </p:spPr>
      </p:pic>
      <p:sp>
        <p:nvSpPr>
          <p:cNvPr id="2" name="Google Shape;466;p65">
            <a:extLst>
              <a:ext uri="{FF2B5EF4-FFF2-40B4-BE49-F238E27FC236}">
                <a16:creationId xmlns:a16="http://schemas.microsoft.com/office/drawing/2014/main" id="{FA3502E8-4D5C-0BCF-EA38-E41ADCCB7BFD}"/>
              </a:ext>
            </a:extLst>
          </p:cNvPr>
          <p:cNvSpPr txBox="1">
            <a:spLocks/>
          </p:cNvSpPr>
          <p:nvPr/>
        </p:nvSpPr>
        <p:spPr>
          <a:xfrm>
            <a:off x="4329288" y="3579366"/>
            <a:ext cx="4402825" cy="52414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000" dirty="0">
                <a:latin typeface="+mj-lt"/>
                <a:ea typeface="Overpass Light"/>
                <a:cs typeface="Overpass Light"/>
                <a:sym typeface="Overpass Light"/>
              </a:rPr>
              <a:t>https://tinyurl.com/bellringersALL</a:t>
            </a:r>
          </a:p>
        </p:txBody>
      </p:sp>
    </p:spTree>
    <p:extLst>
      <p:ext uri="{BB962C8B-B14F-4D97-AF65-F5344CB8AC3E}">
        <p14:creationId xmlns:p14="http://schemas.microsoft.com/office/powerpoint/2010/main" val="1756904761"/>
      </p:ext>
    </p:extLst>
  </p:cSld>
  <p:clrMapOvr>
    <a:masterClrMapping/>
  </p:clrMapOvr>
  <p:transition spd="slow">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6240823" y="119431"/>
            <a:ext cx="2637887" cy="175458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latin typeface="Verdana Pro" panose="020B0604030504040204" pitchFamily="34" charset="0"/>
              </a:rPr>
              <a:t>Screenshots of Daily &amp; Independent Living Bell Ringers</a:t>
            </a:r>
            <a:endParaRPr sz="2000" dirty="0">
              <a:latin typeface="Verdana Pro" panose="020B0604030504040204" pitchFamily="34" charset="0"/>
            </a:endParaRPr>
          </a:p>
        </p:txBody>
      </p:sp>
      <p:pic>
        <p:nvPicPr>
          <p:cNvPr id="4" name="Picture 3" descr="A picture that says Housing: what living arrangement would be best for you? Why? Possible Choices: fully independent, living at home, living with roommates, living in supported housing, living in a college dorm">
            <a:extLst>
              <a:ext uri="{FF2B5EF4-FFF2-40B4-BE49-F238E27FC236}">
                <a16:creationId xmlns:a16="http://schemas.microsoft.com/office/drawing/2014/main" id="{E9025880-0373-08AD-A46B-F8BB59E7163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5876875" cy="3177827"/>
          </a:xfrm>
          <a:prstGeom prst="rect">
            <a:avLst/>
          </a:prstGeom>
        </p:spPr>
      </p:pic>
      <p:pic>
        <p:nvPicPr>
          <p:cNvPr id="7" name="Picture 6" descr="A picture that says Health &amp; Medical:  what is medical insurance? Why should you have it? How can you get health insurance?">
            <a:extLst>
              <a:ext uri="{FF2B5EF4-FFF2-40B4-BE49-F238E27FC236}">
                <a16:creationId xmlns:a16="http://schemas.microsoft.com/office/drawing/2014/main" id="{3F4D63A5-640B-5F50-14A3-B48A6121F39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574250" y="2077609"/>
            <a:ext cx="5453149" cy="2946459"/>
          </a:xfrm>
          <a:prstGeom prst="rect">
            <a:avLst/>
          </a:prstGeom>
        </p:spPr>
      </p:pic>
    </p:spTree>
    <p:extLst>
      <p:ext uri="{BB962C8B-B14F-4D97-AF65-F5344CB8AC3E}">
        <p14:creationId xmlns:p14="http://schemas.microsoft.com/office/powerpoint/2010/main" val="2738225241"/>
      </p:ext>
    </p:extLst>
  </p:cSld>
  <p:clrMapOvr>
    <a:masterClrMapping/>
  </p:clrMapOvr>
  <p:transition spd="slow">
    <p:fade thruBlk="1"/>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5563490" y="119432"/>
            <a:ext cx="3580510" cy="164163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latin typeface="Verdana Pro" panose="020B0604030504040204" pitchFamily="34" charset="0"/>
              </a:rPr>
              <a:t>Screenshots of Daily &amp; Independent Living Bell Ringers 2</a:t>
            </a:r>
            <a:endParaRPr sz="2000" dirty="0">
              <a:latin typeface="Verdana Pro" panose="020B0604030504040204" pitchFamily="34" charset="0"/>
            </a:endParaRPr>
          </a:p>
        </p:txBody>
      </p:sp>
      <p:pic>
        <p:nvPicPr>
          <p:cNvPr id="3" name="Picture 2" descr="A picture that says Self-Care: using the internet, find three local places you could get a haircut and write how much each costs.">
            <a:extLst>
              <a:ext uri="{FF2B5EF4-FFF2-40B4-BE49-F238E27FC236}">
                <a16:creationId xmlns:a16="http://schemas.microsoft.com/office/drawing/2014/main" id="{EA81B742-CECA-63A9-647B-969FD678B94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3223" y="0"/>
            <a:ext cx="5341629" cy="2864837"/>
          </a:xfrm>
          <a:prstGeom prst="rect">
            <a:avLst/>
          </a:prstGeom>
        </p:spPr>
      </p:pic>
      <p:pic>
        <p:nvPicPr>
          <p:cNvPr id="5" name="Picture 4" descr="A picture that says Transportation: what are some benefits of owning your own car? What are some additional costs of owning a car? What are some benefits of using public transportation?">
            <a:extLst>
              <a:ext uri="{FF2B5EF4-FFF2-40B4-BE49-F238E27FC236}">
                <a16:creationId xmlns:a16="http://schemas.microsoft.com/office/drawing/2014/main" id="{5A623F9A-E02D-4AE8-4A3E-896E773EEFB1}"/>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073236" y="2364652"/>
            <a:ext cx="4954163" cy="2659416"/>
          </a:xfrm>
          <a:prstGeom prst="rect">
            <a:avLst/>
          </a:prstGeom>
        </p:spPr>
      </p:pic>
    </p:spTree>
    <p:extLst>
      <p:ext uri="{BB962C8B-B14F-4D97-AF65-F5344CB8AC3E}">
        <p14:creationId xmlns:p14="http://schemas.microsoft.com/office/powerpoint/2010/main" val="1805977964"/>
      </p:ext>
    </p:extLst>
  </p:cSld>
  <p:clrMapOvr>
    <a:masterClrMapping/>
  </p:clrMapOvr>
  <p:transition spd="slow">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600" dirty="0">
                <a:latin typeface="Verdana Pro" panose="020B0604030504040204" pitchFamily="34" charset="0"/>
              </a:rPr>
              <a:t>Social Skills Bell Ringers</a:t>
            </a:r>
            <a:endParaRPr sz="3600" dirty="0">
              <a:latin typeface="Verdana Pro" panose="020B0604030504040204" pitchFamily="34" charset="0"/>
            </a:endParaRPr>
          </a:p>
        </p:txBody>
      </p:sp>
      <p:sp>
        <p:nvSpPr>
          <p:cNvPr id="5" name="Google Shape;466;p65">
            <a:extLst>
              <a:ext uri="{FF2B5EF4-FFF2-40B4-BE49-F238E27FC236}">
                <a16:creationId xmlns:a16="http://schemas.microsoft.com/office/drawing/2014/main" id="{F34713E1-DCC6-1A99-0558-CAE2DC96528A}"/>
              </a:ext>
            </a:extLst>
          </p:cNvPr>
          <p:cNvSpPr txBox="1">
            <a:spLocks noGrp="1"/>
          </p:cNvSpPr>
          <p:nvPr>
            <p:ph type="subTitle" idx="1"/>
          </p:nvPr>
        </p:nvSpPr>
        <p:spPr>
          <a:xfrm>
            <a:off x="450304" y="848138"/>
            <a:ext cx="3653207" cy="293781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pPr>
            <a:r>
              <a:rPr lang="en-US" sz="2000" u="sng" dirty="0">
                <a:latin typeface="+mj-lt"/>
                <a:ea typeface="Overpass Light"/>
                <a:cs typeface="Overpass Light"/>
                <a:sym typeface="Overpass Light"/>
              </a:rPr>
              <a:t>Categories</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Self-concept</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Self-esteem</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Friendship</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Consequences</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Feelings</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Self-awareness</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Teamwork</a:t>
            </a:r>
          </a:p>
          <a:p>
            <a:pPr marL="342900" lvl="0" algn="l" rtl="0">
              <a:spcBef>
                <a:spcPts val="0"/>
              </a:spcBef>
              <a:spcAft>
                <a:spcPts val="0"/>
              </a:spcAft>
              <a:buClr>
                <a:schemeClr val="dk1"/>
              </a:buClr>
              <a:buSzPts val="1100"/>
              <a:buFont typeface="Arial" panose="020B0604020202020204" pitchFamily="34" charset="0"/>
              <a:buChar char="•"/>
            </a:pPr>
            <a:r>
              <a:rPr lang="en-US" sz="2000" dirty="0">
                <a:latin typeface="+mj-lt"/>
                <a:ea typeface="Overpass Light"/>
                <a:cs typeface="Overpass Light"/>
                <a:sym typeface="Overpass Light"/>
              </a:rPr>
              <a:t>Self-control</a:t>
            </a:r>
          </a:p>
          <a:p>
            <a:pPr marL="342900" lvl="0" algn="l" rtl="0">
              <a:spcBef>
                <a:spcPts val="0"/>
              </a:spcBef>
              <a:spcAft>
                <a:spcPts val="0"/>
              </a:spcAft>
              <a:buClr>
                <a:schemeClr val="dk1"/>
              </a:buClr>
              <a:buSzPts val="1100"/>
              <a:buFont typeface="Arial" panose="020B0604020202020204" pitchFamily="34" charset="0"/>
              <a:buChar char="•"/>
            </a:pPr>
            <a:endParaRPr lang="en-US" sz="2400" dirty="0">
              <a:latin typeface="+mj-lt"/>
              <a:ea typeface="Overpass Light"/>
              <a:cs typeface="Overpass Light"/>
              <a:sym typeface="Overpass Light"/>
            </a:endParaRPr>
          </a:p>
        </p:txBody>
      </p:sp>
      <p:sp>
        <p:nvSpPr>
          <p:cNvPr id="6" name="Google Shape;466;p65">
            <a:extLst>
              <a:ext uri="{FF2B5EF4-FFF2-40B4-BE49-F238E27FC236}">
                <a16:creationId xmlns:a16="http://schemas.microsoft.com/office/drawing/2014/main" id="{7FAB2450-FDFD-0282-9B42-90F15F976C79}"/>
              </a:ext>
            </a:extLst>
          </p:cNvPr>
          <p:cNvSpPr txBox="1">
            <a:spLocks/>
          </p:cNvSpPr>
          <p:nvPr/>
        </p:nvSpPr>
        <p:spPr>
          <a:xfrm>
            <a:off x="267667" y="3951110"/>
            <a:ext cx="4490600" cy="88053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buSzPts val="1100"/>
            </a:pPr>
            <a:r>
              <a:rPr lang="en-US" sz="2000" u="sng" dirty="0">
                <a:latin typeface="+mj-lt"/>
                <a:ea typeface="Overpass Light"/>
                <a:cs typeface="Overpass Light"/>
                <a:sym typeface="Overpass Light"/>
              </a:rPr>
              <a:t>Features</a:t>
            </a:r>
          </a:p>
          <a:p>
            <a:pPr marL="342900">
              <a:buSzPts val="1100"/>
              <a:buFont typeface="Arial" panose="020B0604020202020204" pitchFamily="34" charset="0"/>
              <a:buChar char="•"/>
            </a:pPr>
            <a:r>
              <a:rPr lang="en-US" sz="2000" dirty="0">
                <a:latin typeface="+mj-lt"/>
                <a:ea typeface="Overpass Light"/>
                <a:cs typeface="Overpass Light"/>
                <a:sym typeface="Overpass Light"/>
              </a:rPr>
              <a:t>Built-in graphic organizers</a:t>
            </a:r>
          </a:p>
          <a:p>
            <a:pPr marL="342900">
              <a:buSzPts val="1100"/>
              <a:buFont typeface="Arial" panose="020B0604020202020204" pitchFamily="34" charset="0"/>
              <a:buChar char="•"/>
            </a:pPr>
            <a:r>
              <a:rPr lang="en-US" sz="2000" dirty="0">
                <a:latin typeface="+mj-lt"/>
                <a:ea typeface="Overpass Light"/>
                <a:cs typeface="Overpass Light"/>
                <a:sym typeface="Overpass Light"/>
              </a:rPr>
              <a:t>Definitions and videos</a:t>
            </a:r>
          </a:p>
        </p:txBody>
      </p:sp>
      <p:pic>
        <p:nvPicPr>
          <p:cNvPr id="4" name="Picture 3" descr="A qr code for the website https://tinyurl.com/ZISSbellringers">
            <a:extLst>
              <a:ext uri="{FF2B5EF4-FFF2-40B4-BE49-F238E27FC236}">
                <a16:creationId xmlns:a16="http://schemas.microsoft.com/office/drawing/2014/main" id="{21555AFB-D09C-B377-D0E7-206585DA25D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089241" y="1157521"/>
            <a:ext cx="2298046" cy="2298046"/>
          </a:xfrm>
          <a:prstGeom prst="rect">
            <a:avLst/>
          </a:prstGeom>
        </p:spPr>
      </p:pic>
      <p:sp>
        <p:nvSpPr>
          <p:cNvPr id="2" name="Google Shape;466;p65">
            <a:extLst>
              <a:ext uri="{FF2B5EF4-FFF2-40B4-BE49-F238E27FC236}">
                <a16:creationId xmlns:a16="http://schemas.microsoft.com/office/drawing/2014/main" id="{FA3502E8-4D5C-0BCF-EA38-E41ADCCB7BFD}"/>
              </a:ext>
            </a:extLst>
          </p:cNvPr>
          <p:cNvSpPr txBox="1">
            <a:spLocks/>
          </p:cNvSpPr>
          <p:nvPr/>
        </p:nvSpPr>
        <p:spPr>
          <a:xfrm>
            <a:off x="4496250" y="3785956"/>
            <a:ext cx="3915224" cy="57603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0"/>
              </a:spcBef>
              <a:spcAft>
                <a:spcPts val="0"/>
              </a:spcAft>
              <a:buClr>
                <a:schemeClr val="dk1"/>
              </a:buClr>
              <a:buSzPts val="1800"/>
              <a:buFont typeface="Overpass"/>
              <a:buNone/>
              <a:defRPr sz="1200" b="0" i="0" u="none" strike="noStrike" cap="none">
                <a:solidFill>
                  <a:schemeClr val="dk1"/>
                </a:solidFill>
                <a:latin typeface="Overpass"/>
                <a:ea typeface="Overpass"/>
                <a:cs typeface="Overpass"/>
                <a:sym typeface="Overpass"/>
              </a:defRPr>
            </a:lvl1pPr>
            <a:lvl2pPr marL="914400" marR="0" lvl="1"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2pPr>
            <a:lvl3pPr marL="1371600" marR="0" lvl="2"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3pPr>
            <a:lvl4pPr marL="1828800" marR="0" lvl="3"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4pPr>
            <a:lvl5pPr marL="2286000" marR="0" lvl="4"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5pPr>
            <a:lvl6pPr marL="2743200" marR="0" lvl="5"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6pPr>
            <a:lvl7pPr marL="3200400" marR="0" lvl="6"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7pPr>
            <a:lvl8pPr marL="3657600" marR="0" lvl="7"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8pPr>
            <a:lvl9pPr marL="4114800" marR="0" lvl="8" indent="-317500" algn="l" rtl="0">
              <a:lnSpc>
                <a:spcPct val="100000"/>
              </a:lnSpc>
              <a:spcBef>
                <a:spcPts val="0"/>
              </a:spcBef>
              <a:spcAft>
                <a:spcPts val="0"/>
              </a:spcAft>
              <a:buClr>
                <a:schemeClr val="dk1"/>
              </a:buClr>
              <a:buSzPts val="1400"/>
              <a:buFont typeface="Overpass"/>
              <a:buNone/>
              <a:defRPr sz="1200" b="0" i="0" u="none" strike="noStrike" cap="none">
                <a:solidFill>
                  <a:schemeClr val="dk1"/>
                </a:solidFill>
                <a:latin typeface="Overpass"/>
                <a:ea typeface="Overpass"/>
                <a:cs typeface="Overpass"/>
                <a:sym typeface="Overpass"/>
              </a:defRPr>
            </a:lvl9pPr>
          </a:lstStyle>
          <a:p>
            <a:pPr marL="0" indent="0" algn="r">
              <a:buSzPts val="1100"/>
            </a:pPr>
            <a:r>
              <a:rPr lang="en-US" sz="2000" dirty="0">
                <a:latin typeface="+mj-lt"/>
                <a:ea typeface="Overpass Light"/>
                <a:cs typeface="Overpass Light"/>
                <a:sym typeface="Overpass Light"/>
              </a:rPr>
              <a:t>https://tinyurl.com/ZISSbellringers</a:t>
            </a:r>
          </a:p>
        </p:txBody>
      </p:sp>
    </p:spTree>
    <p:extLst>
      <p:ext uri="{BB962C8B-B14F-4D97-AF65-F5344CB8AC3E}">
        <p14:creationId xmlns:p14="http://schemas.microsoft.com/office/powerpoint/2010/main" val="3612263600"/>
      </p:ext>
    </p:extLst>
  </p:cSld>
  <p:clrMapOvr>
    <a:masterClrMapping/>
  </p:clrMapOvr>
  <p:transition spd="slow">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5260623" y="181520"/>
            <a:ext cx="3042356" cy="158608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latin typeface="Verdana Pro" panose="020B0604030504040204" pitchFamily="34" charset="0"/>
              </a:rPr>
              <a:t>Screenshots of Social Skills Bell Ringers</a:t>
            </a:r>
            <a:endParaRPr sz="2000" dirty="0">
              <a:latin typeface="Verdana Pro" panose="020B0604030504040204" pitchFamily="34" charset="0"/>
            </a:endParaRPr>
          </a:p>
        </p:txBody>
      </p:sp>
      <p:pic>
        <p:nvPicPr>
          <p:cNvPr id="9" name="Picture 8" descr="A picture of a notebook with text that says Self-Concept: Draw a self-portrait on the left side. And What do you like about yourself? List at least 3 things with lines on the left. ">
            <a:extLst>
              <a:ext uri="{FF2B5EF4-FFF2-40B4-BE49-F238E27FC236}">
                <a16:creationId xmlns:a16="http://schemas.microsoft.com/office/drawing/2014/main" id="{03AB27FA-B9F1-2FA6-120C-35A04404870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4964868" cy="3208230"/>
          </a:xfrm>
          <a:prstGeom prst="rect">
            <a:avLst/>
          </a:prstGeom>
        </p:spPr>
      </p:pic>
      <p:pic>
        <p:nvPicPr>
          <p:cNvPr id="6" name="Picture 5" descr="A picture of a notebook with text on it that says Self-Esteem: What are you good at? List at least 3 things with lines on the left side. And on the right side: What are some of your dreams? List at least 2 of them with lines. ">
            <a:extLst>
              <a:ext uri="{FF2B5EF4-FFF2-40B4-BE49-F238E27FC236}">
                <a16:creationId xmlns:a16="http://schemas.microsoft.com/office/drawing/2014/main" id="{76D9F030-0700-E839-757E-ED687E5384E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258235" y="1982791"/>
            <a:ext cx="4769164" cy="3041278"/>
          </a:xfrm>
          <a:prstGeom prst="rect">
            <a:avLst/>
          </a:prstGeom>
        </p:spPr>
      </p:pic>
    </p:spTree>
    <p:extLst>
      <p:ext uri="{BB962C8B-B14F-4D97-AF65-F5344CB8AC3E}">
        <p14:creationId xmlns:p14="http://schemas.microsoft.com/office/powerpoint/2010/main" val="4140265693"/>
      </p:ext>
    </p:extLst>
  </p:cSld>
  <p:clrMapOvr>
    <a:masterClrMapping/>
  </p:clrMapOvr>
  <p:transition spd="slow">
    <p:fade thruBlk="1"/>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4885789" y="119432"/>
            <a:ext cx="3535723" cy="1613993"/>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000" dirty="0">
                <a:latin typeface="Verdana Pro" panose="020B0604030504040204" pitchFamily="34" charset="0"/>
              </a:rPr>
              <a:t>Screenshots of Social Skills Bell Ringers 2</a:t>
            </a:r>
            <a:endParaRPr sz="2000" dirty="0">
              <a:latin typeface="Verdana Pro" panose="020B0604030504040204" pitchFamily="34" charset="0"/>
            </a:endParaRPr>
          </a:p>
        </p:txBody>
      </p:sp>
      <p:pic>
        <p:nvPicPr>
          <p:cNvPr id="4" name="Picture 3" descr="A picture of a notebook with text that says Friendship: Think about what makes someone a good friend on the left. And on the right: what do you look for in a friend? What qualities are important? with lines. ">
            <a:extLst>
              <a:ext uri="{FF2B5EF4-FFF2-40B4-BE49-F238E27FC236}">
                <a16:creationId xmlns:a16="http://schemas.microsoft.com/office/drawing/2014/main" id="{C938E6D7-DBBC-6AE4-5ABC-D15B8F93A59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0" y="0"/>
            <a:ext cx="4377397" cy="2828041"/>
          </a:xfrm>
          <a:prstGeom prst="rect">
            <a:avLst/>
          </a:prstGeom>
        </p:spPr>
      </p:pic>
      <p:pic>
        <p:nvPicPr>
          <p:cNvPr id="7" name="Picture 6" descr="A picture of a notebook with text that says Feelings: let's think about feelings. Read the scenarios and identify any feelings you might have. Followed by four scenarios with lines for responses: How would you feel if... 1)...you had to take the ACT today? 2)...your friend got sick and went to the hospital? 3)...you broke the screen on your new phone? 4)..spring break started tomorrow?">
            <a:extLst>
              <a:ext uri="{FF2B5EF4-FFF2-40B4-BE49-F238E27FC236}">
                <a16:creationId xmlns:a16="http://schemas.microsoft.com/office/drawing/2014/main" id="{2E1774FA-D27F-0CB2-C5DA-E74A7113D90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3996166" y="2075440"/>
            <a:ext cx="4769164" cy="3068060"/>
          </a:xfrm>
          <a:prstGeom prst="rect">
            <a:avLst/>
          </a:prstGeom>
        </p:spPr>
      </p:pic>
    </p:spTree>
    <p:extLst>
      <p:ext uri="{BB962C8B-B14F-4D97-AF65-F5344CB8AC3E}">
        <p14:creationId xmlns:p14="http://schemas.microsoft.com/office/powerpoint/2010/main" val="1065321015"/>
      </p:ext>
    </p:extLst>
  </p:cSld>
  <p:clrMapOvr>
    <a:masterClrMapping/>
  </p:clrMapOvr>
  <p:transition spd="slow">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44" name="Google Shape;544;p71"/>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sz="3100" b="1" dirty="0"/>
              <a:t>Interactive Activity </a:t>
            </a:r>
            <a:r>
              <a:rPr lang="en-US" sz="3100" dirty="0"/>
              <a:t>🎉</a:t>
            </a:r>
          </a:p>
        </p:txBody>
      </p:sp>
      <p:sp>
        <p:nvSpPr>
          <p:cNvPr id="539" name="Google Shape;539;p71"/>
          <p:cNvSpPr txBox="1">
            <a:spLocks noGrp="1"/>
          </p:cNvSpPr>
          <p:nvPr>
            <p:ph idx="1"/>
          </p:nvPr>
        </p:nvSpPr>
        <p:spPr/>
        <p:txBody>
          <a:bodyPr spcFirstLastPara="1" lIns="91425" tIns="91425" rIns="91425" bIns="91425" anchorCtr="0">
            <a:normAutofit/>
          </a:bodyPr>
          <a:lstStyle/>
          <a:p>
            <a:pPr marL="0" lvl="0" indent="0" rtl="0">
              <a:spcBef>
                <a:spcPts val="0"/>
              </a:spcBef>
              <a:spcAft>
                <a:spcPts val="600"/>
              </a:spcAft>
              <a:buNone/>
            </a:pPr>
            <a:r>
              <a:rPr lang="en-US"/>
              <a:t>Which Bell Ringer resource could you start implementing with your students right away? </a:t>
            </a:r>
          </a:p>
        </p:txBody>
      </p:sp>
    </p:spTree>
    <p:extLst>
      <p:ext uri="{BB962C8B-B14F-4D97-AF65-F5344CB8AC3E}">
        <p14:creationId xmlns:p14="http://schemas.microsoft.com/office/powerpoint/2010/main" val="3964732975"/>
      </p:ext>
    </p:extLst>
  </p:cSld>
  <p:clrMapOvr>
    <a:masterClrMapping/>
  </p:clrMapOvr>
  <p:transition spd="slow">
    <p:push/>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8A99933-8408-887D-4AD3-AF8D8332B5A1}"/>
              </a:ext>
            </a:extLst>
          </p:cNvPr>
          <p:cNvSpPr>
            <a:spLocks noGrp="1"/>
          </p:cNvSpPr>
          <p:nvPr>
            <p:ph type="title"/>
          </p:nvPr>
        </p:nvSpPr>
        <p:spPr/>
        <p:txBody>
          <a:bodyPr anchor="ctr">
            <a:normAutofit/>
          </a:bodyPr>
          <a:lstStyle/>
          <a:p>
            <a:r>
              <a:rPr lang="en-US" dirty="0"/>
              <a:t>Time for a 🧠Break</a:t>
            </a:r>
          </a:p>
        </p:txBody>
      </p:sp>
      <p:sp>
        <p:nvSpPr>
          <p:cNvPr id="2" name="Subtitle 1">
            <a:extLst>
              <a:ext uri="{FF2B5EF4-FFF2-40B4-BE49-F238E27FC236}">
                <a16:creationId xmlns:a16="http://schemas.microsoft.com/office/drawing/2014/main" id="{A557F70D-83BE-B0A2-24C0-2A52EBC08304}"/>
              </a:ext>
            </a:extLst>
          </p:cNvPr>
          <p:cNvSpPr>
            <a:spLocks noGrp="1"/>
          </p:cNvSpPr>
          <p:nvPr>
            <p:ph idx="1"/>
          </p:nvPr>
        </p:nvSpPr>
        <p:spPr/>
        <p:txBody>
          <a:bodyPr>
            <a:normAutofit/>
          </a:bodyPr>
          <a:lstStyle/>
          <a:p>
            <a:r>
              <a:rPr lang="en-US" dirty="0"/>
              <a:t>Self-Determination Vocabulary Word Scramble</a:t>
            </a:r>
          </a:p>
        </p:txBody>
      </p:sp>
    </p:spTree>
    <p:extLst>
      <p:ext uri="{BB962C8B-B14F-4D97-AF65-F5344CB8AC3E}">
        <p14:creationId xmlns:p14="http://schemas.microsoft.com/office/powerpoint/2010/main" val="945518644"/>
      </p:ext>
    </p:extLst>
  </p:cSld>
  <p:clrMapOvr>
    <a:masterClrMapping/>
  </p:clrMapOvr>
  <p:transition spd="slow">
    <p:push/>
  </p:transition>
</p:sld>
</file>

<file path=ppt/theme/theme1.xml><?xml version="1.0" encoding="utf-8"?>
<a:theme xmlns:a="http://schemas.openxmlformats.org/drawingml/2006/main" name="Template">
  <a:themeElements>
    <a:clrScheme name="Custom 1">
      <a:dk1>
        <a:srgbClr val="002E5C"/>
      </a:dk1>
      <a:lt1>
        <a:srgbClr val="FFFFFF"/>
      </a:lt1>
      <a:dk2>
        <a:srgbClr val="002E5C"/>
      </a:dk2>
      <a:lt2>
        <a:srgbClr val="FFFFFF"/>
      </a:lt2>
      <a:accent1>
        <a:srgbClr val="002E5C"/>
      </a:accent1>
      <a:accent2>
        <a:srgbClr val="989490"/>
      </a:accent2>
      <a:accent3>
        <a:srgbClr val="0066A6"/>
      </a:accent3>
      <a:accent4>
        <a:srgbClr val="004581"/>
      </a:accent4>
      <a:accent5>
        <a:srgbClr val="FFFFFF"/>
      </a:accent5>
      <a:accent6>
        <a:srgbClr val="000000"/>
      </a:accent6>
      <a:hlink>
        <a:srgbClr val="1B9FD5"/>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ST.potx" id="{71A39B0D-7793-4C65-9C41-951E39D81AF9}" vid="{C38E953C-75BA-4763-92E8-6C0AAC7278A0}"/>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11400</TotalTime>
  <Words>640</Words>
  <Application>Microsoft Office PowerPoint</Application>
  <PresentationFormat>On-screen Show (16:9)</PresentationFormat>
  <Paragraphs>124</Paragraphs>
  <Slides>29</Slides>
  <Notes>29</Notes>
  <HiddenSlides>0</HiddenSlides>
  <MMClips>0</MMClips>
  <ScaleCrop>false</ScaleCrop>
  <HeadingPairs>
    <vt:vector size="8" baseType="variant">
      <vt:variant>
        <vt:lpstr>Fonts Used</vt:lpstr>
      </vt:variant>
      <vt:variant>
        <vt:i4>4</vt:i4>
      </vt:variant>
      <vt:variant>
        <vt:lpstr>Theme</vt:lpstr>
      </vt:variant>
      <vt:variant>
        <vt:i4>1</vt:i4>
      </vt:variant>
      <vt:variant>
        <vt:lpstr>Slide Titles</vt:lpstr>
      </vt:variant>
      <vt:variant>
        <vt:i4>29</vt:i4>
      </vt:variant>
      <vt:variant>
        <vt:lpstr>Custom Shows</vt:lpstr>
      </vt:variant>
      <vt:variant>
        <vt:i4>3</vt:i4>
      </vt:variant>
    </vt:vector>
  </HeadingPairs>
  <TitlesOfParts>
    <vt:vector size="37" baseType="lpstr">
      <vt:lpstr>Aptos</vt:lpstr>
      <vt:lpstr>Arial</vt:lpstr>
      <vt:lpstr>Atkinson Hyperlegible Next</vt:lpstr>
      <vt:lpstr>Verdana Pro</vt:lpstr>
      <vt:lpstr>Template</vt:lpstr>
      <vt:lpstr>Module 5-B Bell Ringers</vt:lpstr>
      <vt:lpstr>Bell Ringers in the Classroom</vt:lpstr>
      <vt:lpstr>Implementing a Bell Ringer Routine</vt:lpstr>
      <vt:lpstr>Intro to Transition Bell Ringers (with and without visuals)</vt:lpstr>
      <vt:lpstr>Intro to Transition Bell Ringers</vt:lpstr>
      <vt:lpstr>Screenshots of Intro to Transition Bell Ringers (without visuals)</vt:lpstr>
      <vt:lpstr>Screenshots 2 of Intro to Transition Bell Ringers (without visuals)</vt:lpstr>
      <vt:lpstr>Screenshots of Intro to Transition Bell Ringers (with visuals)</vt:lpstr>
      <vt:lpstr>Screenshots 2 of Intro to Transition Bell Ringers (with visuals)</vt:lpstr>
      <vt:lpstr>Early Transition Bell Ringers</vt:lpstr>
      <vt:lpstr>Screenshots of Early Transition Bell Ringers</vt:lpstr>
      <vt:lpstr>Screenshots 2 of Early Transition Bell Ringers</vt:lpstr>
      <vt:lpstr>Me! Bell Ringers  (AKA Transition Bell Ringers)</vt:lpstr>
      <vt:lpstr>Screenshots of Me! Bell Ringers</vt:lpstr>
      <vt:lpstr>Screenshots 2 of Me! Bell Ringers</vt:lpstr>
      <vt:lpstr>Fundamental Bell Ringers</vt:lpstr>
      <vt:lpstr>Screenshots of Fundamental Bell Ringers</vt:lpstr>
      <vt:lpstr>Screenshots of Fundamental Bell Ringers 2</vt:lpstr>
      <vt:lpstr>Financial Literacy Bell Ringers (AKA Math Bell Ringers)</vt:lpstr>
      <vt:lpstr>Screenshots of Personal Financial Literacy Bell Ringers</vt:lpstr>
      <vt:lpstr>Screenshots of Personal Financial Literacy Bell Ringers 2</vt:lpstr>
      <vt:lpstr>Daily &amp; Independent Living Bell Ringers</vt:lpstr>
      <vt:lpstr>Screenshots of Daily &amp; Independent Living Bell Ringers</vt:lpstr>
      <vt:lpstr>Screenshots of Daily &amp; Independent Living Bell Ringers 2</vt:lpstr>
      <vt:lpstr>Social Skills Bell Ringers</vt:lpstr>
      <vt:lpstr>Screenshots of Social Skills Bell Ringers</vt:lpstr>
      <vt:lpstr>Screenshots of Social Skills Bell Ringers 2</vt:lpstr>
      <vt:lpstr>Interactive Activity 🎉</vt:lpstr>
      <vt:lpstr>Time for a 🧠Break</vt:lpstr>
      <vt:lpstr>Module 4-A</vt:lpstr>
      <vt:lpstr>Module 4 B</vt:lpstr>
      <vt:lpstr>Module 5 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Involvement in the IEP</dc:title>
  <dc:creator>Erin Berry</dc:creator>
  <cp:lastModifiedBy>Erin Berry</cp:lastModifiedBy>
  <cp:revision>63</cp:revision>
  <dcterms:modified xsi:type="dcterms:W3CDTF">2026-06-09T17:27:59Z</dcterms:modified>
</cp:coreProperties>
</file>