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45" r:id="rId1"/>
  </p:sldMasterIdLst>
  <p:notesMasterIdLst>
    <p:notesMasterId r:id="rId26"/>
  </p:notesMasterIdLst>
  <p:sldIdLst>
    <p:sldId id="531" r:id="rId2"/>
    <p:sldId id="354" r:id="rId3"/>
    <p:sldId id="276" r:id="rId4"/>
    <p:sldId id="261" r:id="rId5"/>
    <p:sldId id="263" r:id="rId6"/>
    <p:sldId id="350" r:id="rId7"/>
    <p:sldId id="351" r:id="rId8"/>
    <p:sldId id="355" r:id="rId9"/>
    <p:sldId id="356" r:id="rId10"/>
    <p:sldId id="357" r:id="rId11"/>
    <p:sldId id="529" r:id="rId12"/>
    <p:sldId id="262" r:id="rId13"/>
    <p:sldId id="359" r:id="rId14"/>
    <p:sldId id="360" r:id="rId15"/>
    <p:sldId id="363" r:id="rId16"/>
    <p:sldId id="348" r:id="rId17"/>
    <p:sldId id="530" r:id="rId18"/>
    <p:sldId id="369" r:id="rId19"/>
    <p:sldId id="367" r:id="rId20"/>
    <p:sldId id="368" r:id="rId21"/>
    <p:sldId id="370" r:id="rId22"/>
    <p:sldId id="361" r:id="rId23"/>
    <p:sldId id="371" r:id="rId24"/>
    <p:sldId id="556" r:id="rId25"/>
  </p:sldIdLst>
  <p:sldSz cx="9144000" cy="5143500" type="screen16x9"/>
  <p:notesSz cx="6858000" cy="9144000"/>
  <p:embeddedFontLst>
    <p:embeddedFont>
      <p:font typeface="Atkinson Hyperlegible Next" pitchFamily="2" charset="0"/>
      <p:regular r:id="rId27"/>
      <p:bold r:id="rId28"/>
      <p:italic r:id="rId29"/>
      <p:boldItalic r:id="rId30"/>
    </p:embeddedFont>
    <p:embeddedFont>
      <p:font typeface="Bebas Neue" panose="020B0606020202050201" pitchFamily="34" charset="0"/>
      <p:regular r:id="rId31"/>
    </p:embeddedFont>
    <p:embeddedFont>
      <p:font typeface="Verdana Pro" panose="020B0604030504040204" pitchFamily="34" charset="0"/>
      <p:regular r:id="rId32"/>
      <p:bold r:id="rId33"/>
      <p:italic r:id="rId34"/>
      <p:boldItalic r:id="rId35"/>
    </p:embeddedFont>
  </p:embeddedFontLst>
  <p:custShowLst>
    <p:custShow name="Module 4-A" id="0">
      <p:sldLst/>
    </p:custShow>
    <p:custShow name="Module 4 B" id="1">
      <p:sldLst/>
    </p:custShow>
    <p:custShow name="Module 5 B" id="2">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3EF8E7-B3B5-4268-BAD4-C3A30E94590C}" v="2" dt="2026-04-13T14:09:58.463"/>
  </p1510:revLst>
</p1510:revInfo>
</file>

<file path=ppt/tableStyles.xml><?xml version="1.0" encoding="utf-8"?>
<a:tblStyleLst xmlns:a="http://schemas.openxmlformats.org/drawingml/2006/main" def="{A9794ACA-B6A2-47D9-BE13-C8960EFA1BC4}">
  <a:tblStyle styleId="{A9794ACA-B6A2-47D9-BE13-C8960EFA1BC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7" autoAdjust="0"/>
    <p:restoredTop sz="91466" autoAdjust="0"/>
  </p:normalViewPr>
  <p:slideViewPr>
    <p:cSldViewPr snapToGrid="0">
      <p:cViewPr varScale="1">
        <p:scale>
          <a:sx n="121" d="100"/>
          <a:sy n="121" d="100"/>
        </p:scale>
        <p:origin x="99" y="69"/>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n Berry" userId="b7d8294d-da7c-45c9-9002-ab631a364979" providerId="ADAL" clId="{718D2BA2-B69C-4596-B36D-F24A681F5194}"/>
    <pc:docChg chg="custSel modSld">
      <pc:chgData name="Erin Berry" userId="b7d8294d-da7c-45c9-9002-ab631a364979" providerId="ADAL" clId="{718D2BA2-B69C-4596-B36D-F24A681F5194}" dt="2026-04-13T14:09:58.463" v="4"/>
      <pc:docMkLst>
        <pc:docMk/>
      </pc:docMkLst>
      <pc:sldChg chg="addSp delSp modSp mod delAnim">
        <pc:chgData name="Erin Berry" userId="b7d8294d-da7c-45c9-9002-ab631a364979" providerId="ADAL" clId="{718D2BA2-B69C-4596-B36D-F24A681F5194}" dt="2026-04-13T14:09:58.463" v="4"/>
        <pc:sldMkLst>
          <pc:docMk/>
          <pc:sldMk cId="1323967531" sldId="360"/>
        </pc:sldMkLst>
        <pc:spChg chg="add mod">
          <ac:chgData name="Erin Berry" userId="b7d8294d-da7c-45c9-9002-ab631a364979" providerId="ADAL" clId="{718D2BA2-B69C-4596-B36D-F24A681F5194}" dt="2026-04-13T14:09:58.463" v="4"/>
          <ac:spMkLst>
            <pc:docMk/>
            <pc:sldMk cId="1323967531" sldId="360"/>
            <ac:spMk id="4" creationId="{E8F6BCB3-7447-3B31-E51F-227BD4FC6475}"/>
          </ac:spMkLst>
        </pc:spChg>
        <pc:picChg chg="del">
          <ac:chgData name="Erin Berry" userId="b7d8294d-da7c-45c9-9002-ab631a364979" providerId="ADAL" clId="{718D2BA2-B69C-4596-B36D-F24A681F5194}" dt="2026-04-13T14:07:16.268" v="0" actId="478"/>
          <ac:picMkLst>
            <pc:docMk/>
            <pc:sldMk cId="1323967531" sldId="360"/>
            <ac:picMk id="2" creationId="{E44C5249-3197-8773-0C3E-28DF29A0822C}"/>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6A8E89-8BE1-482C-AED6-A9C0D46B68D0}"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99BD255E-4096-4790-AB37-E166FC792AC2}">
      <dgm:prSet/>
      <dgm:spPr/>
      <dgm:t>
        <a:bodyPr/>
        <a:lstStyle/>
        <a:p>
          <a:r>
            <a:rPr lang="en-US" dirty="0"/>
            <a:t>Use a variety of transition assessments (2+)</a:t>
          </a:r>
        </a:p>
      </dgm:t>
    </dgm:pt>
    <dgm:pt modelId="{214F927D-DD67-4FEF-BC22-5A5559215AF4}" type="parTrans" cxnId="{E5CB1751-DA59-4EAD-9307-5D8629A9CDF1}">
      <dgm:prSet/>
      <dgm:spPr/>
      <dgm:t>
        <a:bodyPr/>
        <a:lstStyle/>
        <a:p>
          <a:endParaRPr lang="en-US"/>
        </a:p>
      </dgm:t>
    </dgm:pt>
    <dgm:pt modelId="{AFDB0E11-2D4E-43C3-A1D6-14AF0F84D0A7}" type="sibTrans" cxnId="{E5CB1751-DA59-4EAD-9307-5D8629A9CDF1}">
      <dgm:prSet/>
      <dgm:spPr/>
      <dgm:t>
        <a:bodyPr/>
        <a:lstStyle/>
        <a:p>
          <a:endParaRPr lang="en-US"/>
        </a:p>
      </dgm:t>
    </dgm:pt>
    <dgm:pt modelId="{4411E86A-C432-4B94-B0A8-953E2BDEAA29}">
      <dgm:prSet/>
      <dgm:spPr/>
      <dgm:t>
        <a:bodyPr/>
        <a:lstStyle/>
        <a:p>
          <a:r>
            <a:rPr lang="en-US"/>
            <a:t>Update transition assessments ANNUALLY</a:t>
          </a:r>
        </a:p>
      </dgm:t>
    </dgm:pt>
    <dgm:pt modelId="{C4848B88-17FE-459C-B1DC-51E94643AA21}" type="parTrans" cxnId="{7331DDBB-3C98-48B0-8CC0-E1A1945E5A49}">
      <dgm:prSet/>
      <dgm:spPr/>
      <dgm:t>
        <a:bodyPr/>
        <a:lstStyle/>
        <a:p>
          <a:endParaRPr lang="en-US"/>
        </a:p>
      </dgm:t>
    </dgm:pt>
    <dgm:pt modelId="{4DC20CD6-D6E3-4BB4-A569-928ECA32B0AD}" type="sibTrans" cxnId="{7331DDBB-3C98-48B0-8CC0-E1A1945E5A49}">
      <dgm:prSet/>
      <dgm:spPr/>
      <dgm:t>
        <a:bodyPr/>
        <a:lstStyle/>
        <a:p>
          <a:endParaRPr lang="en-US"/>
        </a:p>
      </dgm:t>
    </dgm:pt>
    <dgm:pt modelId="{4B8A118C-9E47-4EA0-95C7-D32F92344A51}">
      <dgm:prSet/>
      <dgm:spPr/>
      <dgm:t>
        <a:bodyPr/>
        <a:lstStyle/>
        <a:p>
          <a:r>
            <a:rPr lang="en-US"/>
            <a:t>Use at least one FORMAL assessment</a:t>
          </a:r>
        </a:p>
      </dgm:t>
    </dgm:pt>
    <dgm:pt modelId="{1C2451C7-FE9F-4972-B001-3453C97436A1}" type="parTrans" cxnId="{1ED509D2-F56C-4454-99BD-E3B6115C3266}">
      <dgm:prSet/>
      <dgm:spPr/>
      <dgm:t>
        <a:bodyPr/>
        <a:lstStyle/>
        <a:p>
          <a:endParaRPr lang="en-US"/>
        </a:p>
      </dgm:t>
    </dgm:pt>
    <dgm:pt modelId="{DAF51956-897D-4265-948F-2EE618268CA8}" type="sibTrans" cxnId="{1ED509D2-F56C-4454-99BD-E3B6115C3266}">
      <dgm:prSet/>
      <dgm:spPr/>
      <dgm:t>
        <a:bodyPr/>
        <a:lstStyle/>
        <a:p>
          <a:endParaRPr lang="en-US"/>
        </a:p>
      </dgm:t>
    </dgm:pt>
    <dgm:pt modelId="{B2B4FA2B-3B53-4603-B062-5A0226168FA8}">
      <dgm:prSet/>
      <dgm:spPr/>
      <dgm:t>
        <a:bodyPr/>
        <a:lstStyle/>
        <a:p>
          <a:r>
            <a:rPr lang="en-US"/>
            <a:t>Reflect student's skills and interests</a:t>
          </a:r>
        </a:p>
      </dgm:t>
    </dgm:pt>
    <dgm:pt modelId="{60BB4CA2-3577-4CD9-8C6A-B0E638CFD556}" type="parTrans" cxnId="{C6E5D5F1-8893-4C5C-A960-E099A30581B2}">
      <dgm:prSet/>
      <dgm:spPr/>
      <dgm:t>
        <a:bodyPr/>
        <a:lstStyle/>
        <a:p>
          <a:endParaRPr lang="en-US"/>
        </a:p>
      </dgm:t>
    </dgm:pt>
    <dgm:pt modelId="{E1396404-CCDE-42F7-9A2C-B14C91EE9D2A}" type="sibTrans" cxnId="{C6E5D5F1-8893-4C5C-A960-E099A30581B2}">
      <dgm:prSet/>
      <dgm:spPr/>
      <dgm:t>
        <a:bodyPr/>
        <a:lstStyle/>
        <a:p>
          <a:endParaRPr lang="en-US"/>
        </a:p>
      </dgm:t>
    </dgm:pt>
    <dgm:pt modelId="{380F3EED-556C-476B-BE47-A66B8B55C8DC}">
      <dgm:prSet/>
      <dgm:spPr/>
      <dgm:t>
        <a:bodyPr/>
        <a:lstStyle/>
        <a:p>
          <a:r>
            <a:rPr lang="en-US"/>
            <a:t>Tailored to student’s NEEDS</a:t>
          </a:r>
        </a:p>
      </dgm:t>
    </dgm:pt>
    <dgm:pt modelId="{83A3834E-CC73-4D9C-8085-6CFC548CFC04}" type="parTrans" cxnId="{360866E4-6BDD-427B-9154-837D9B71FC14}">
      <dgm:prSet/>
      <dgm:spPr/>
      <dgm:t>
        <a:bodyPr/>
        <a:lstStyle/>
        <a:p>
          <a:endParaRPr lang="en-US"/>
        </a:p>
      </dgm:t>
    </dgm:pt>
    <dgm:pt modelId="{DC1A72B4-F406-45E8-9DC4-7C6B1BF66676}" type="sibTrans" cxnId="{360866E4-6BDD-427B-9154-837D9B71FC14}">
      <dgm:prSet/>
      <dgm:spPr/>
      <dgm:t>
        <a:bodyPr/>
        <a:lstStyle/>
        <a:p>
          <a:endParaRPr lang="en-US"/>
        </a:p>
      </dgm:t>
    </dgm:pt>
    <dgm:pt modelId="{2340282F-C2AD-4FCE-8A29-90EA9594EFB1}">
      <dgm:prSet/>
      <dgm:spPr/>
      <dgm:t>
        <a:bodyPr/>
        <a:lstStyle/>
        <a:p>
          <a:r>
            <a:rPr lang="en-US"/>
            <a:t>Include a series of practical goals</a:t>
          </a:r>
        </a:p>
      </dgm:t>
    </dgm:pt>
    <dgm:pt modelId="{7E596CA0-31AF-455E-A131-A1BE62D9E038}" type="parTrans" cxnId="{D575C115-4B38-4D49-9275-8A6AF398605F}">
      <dgm:prSet/>
      <dgm:spPr/>
      <dgm:t>
        <a:bodyPr/>
        <a:lstStyle/>
        <a:p>
          <a:endParaRPr lang="en-US"/>
        </a:p>
      </dgm:t>
    </dgm:pt>
    <dgm:pt modelId="{9AA3234F-ADD9-48E2-936D-4BC53E47F3A2}" type="sibTrans" cxnId="{D575C115-4B38-4D49-9275-8A6AF398605F}">
      <dgm:prSet/>
      <dgm:spPr/>
      <dgm:t>
        <a:bodyPr/>
        <a:lstStyle/>
        <a:p>
          <a:endParaRPr lang="en-US"/>
        </a:p>
      </dgm:t>
    </dgm:pt>
    <dgm:pt modelId="{10D80BB5-C504-4080-8837-9F6D813821BD}" type="pres">
      <dgm:prSet presAssocID="{436A8E89-8BE1-482C-AED6-A9C0D46B68D0}" presName="root" presStyleCnt="0">
        <dgm:presLayoutVars>
          <dgm:dir/>
          <dgm:resizeHandles val="exact"/>
        </dgm:presLayoutVars>
      </dgm:prSet>
      <dgm:spPr/>
    </dgm:pt>
    <dgm:pt modelId="{B649C915-72B2-4D82-B183-06230C01372E}" type="pres">
      <dgm:prSet presAssocID="{436A8E89-8BE1-482C-AED6-A9C0D46B68D0}" presName="container" presStyleCnt="0">
        <dgm:presLayoutVars>
          <dgm:dir/>
          <dgm:resizeHandles val="exact"/>
        </dgm:presLayoutVars>
      </dgm:prSet>
      <dgm:spPr/>
    </dgm:pt>
    <dgm:pt modelId="{85AA9B9F-250C-4CBB-8EAD-79A1BEC8CE51}" type="pres">
      <dgm:prSet presAssocID="{99BD255E-4096-4790-AB37-E166FC792AC2}" presName="compNode" presStyleCnt="0"/>
      <dgm:spPr/>
    </dgm:pt>
    <dgm:pt modelId="{3DFEF559-C0DA-4805-8A69-6C2D8488876B}" type="pres">
      <dgm:prSet presAssocID="{99BD255E-4096-4790-AB37-E166FC792AC2}" presName="iconBgRect" presStyleLbl="bgShp" presStyleIdx="0" presStyleCnt="6"/>
      <dgm:spPr/>
      <dgm:extLst>
        <a:ext uri="{E40237B7-FDA0-4F09-8148-C483321AD2D9}">
          <dgm14:cNvPr xmlns:dgm14="http://schemas.microsoft.com/office/drawing/2010/diagram" id="0" name="">
            <a:extLst>
              <a:ext uri="{C183D7F6-B498-43B3-948B-1728B52AA6E4}">
                <adec:decorative xmlns:adec="http://schemas.microsoft.com/office/drawing/2017/decorative" val="0"/>
              </a:ext>
            </a:extLst>
          </dgm14:cNvPr>
        </a:ext>
      </dgm:extLst>
    </dgm:pt>
    <dgm:pt modelId="{B328E774-8731-405B-8083-E97B8A70FDB6}" type="pres">
      <dgm:prSet presAssocID="{99BD255E-4096-4790-AB37-E166FC792AC2}"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sers"/>
        </a:ext>
      </dgm:extLst>
    </dgm:pt>
    <dgm:pt modelId="{D79ED177-F86D-464C-AA97-DF39AA169321}" type="pres">
      <dgm:prSet presAssocID="{99BD255E-4096-4790-AB37-E166FC792AC2}" presName="spaceRect" presStyleCnt="0"/>
      <dgm:spPr/>
    </dgm:pt>
    <dgm:pt modelId="{FFF35098-E27A-4C2F-A2E4-378C5B4E86F1}" type="pres">
      <dgm:prSet presAssocID="{99BD255E-4096-4790-AB37-E166FC792AC2}" presName="textRect" presStyleLbl="revTx" presStyleIdx="0" presStyleCnt="6">
        <dgm:presLayoutVars>
          <dgm:chMax val="1"/>
          <dgm:chPref val="1"/>
        </dgm:presLayoutVars>
      </dgm:prSet>
      <dgm:spPr/>
    </dgm:pt>
    <dgm:pt modelId="{DB6E5552-B148-4DCF-B948-31C840C06A5B}" type="pres">
      <dgm:prSet presAssocID="{AFDB0E11-2D4E-43C3-A1D6-14AF0F84D0A7}" presName="sibTrans" presStyleLbl="sibTrans2D1" presStyleIdx="0" presStyleCnt="0"/>
      <dgm:spPr/>
    </dgm:pt>
    <dgm:pt modelId="{148CAAAF-9790-4D09-B5D7-D951288FC4BC}" type="pres">
      <dgm:prSet presAssocID="{4411E86A-C432-4B94-B0A8-953E2BDEAA29}" presName="compNode" presStyleCnt="0"/>
      <dgm:spPr/>
    </dgm:pt>
    <dgm:pt modelId="{54CE4239-2043-4744-997B-54E725A0B0B3}" type="pres">
      <dgm:prSet presAssocID="{4411E86A-C432-4B94-B0A8-953E2BDEAA29}" presName="iconBgRect" presStyleLbl="bgShp" presStyleIdx="1" presStyleCnt="6"/>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BA0CAFE5-AD52-44F7-9761-578EE0FF6EB3}" type="pres">
      <dgm:prSet presAssocID="{4411E86A-C432-4B94-B0A8-953E2BDEAA29}"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 List"/>
        </a:ext>
      </dgm:extLst>
    </dgm:pt>
    <dgm:pt modelId="{0AD044FF-D477-4335-9060-ABEDE17D295A}" type="pres">
      <dgm:prSet presAssocID="{4411E86A-C432-4B94-B0A8-953E2BDEAA29}" presName="spaceRect" presStyleCnt="0"/>
      <dgm:spPr/>
    </dgm:pt>
    <dgm:pt modelId="{34EC6479-D7D1-465F-BD5B-929306EA0123}" type="pres">
      <dgm:prSet presAssocID="{4411E86A-C432-4B94-B0A8-953E2BDEAA29}" presName="textRect" presStyleLbl="revTx" presStyleIdx="1" presStyleCnt="6">
        <dgm:presLayoutVars>
          <dgm:chMax val="1"/>
          <dgm:chPref val="1"/>
        </dgm:presLayoutVars>
      </dgm:prSet>
      <dgm:spPr/>
    </dgm:pt>
    <dgm:pt modelId="{9079DBA6-722A-447B-8CCE-208620D9BC3E}" type="pres">
      <dgm:prSet presAssocID="{4DC20CD6-D6E3-4BB4-A569-928ECA32B0AD}" presName="sibTrans" presStyleLbl="sibTrans2D1" presStyleIdx="0" presStyleCnt="0"/>
      <dgm:spPr/>
    </dgm:pt>
    <dgm:pt modelId="{37D0FF88-909B-4A16-BF4E-DA986331033F}" type="pres">
      <dgm:prSet presAssocID="{4B8A118C-9E47-4EA0-95C7-D32F92344A51}" presName="compNode" presStyleCnt="0"/>
      <dgm:spPr/>
    </dgm:pt>
    <dgm:pt modelId="{0B656B4A-C32B-4EC1-B201-58D118212595}" type="pres">
      <dgm:prSet presAssocID="{4B8A118C-9E47-4EA0-95C7-D32F92344A51}" presName="iconBgRect" presStyleLbl="bgShp" presStyleIdx="2" presStyleCnt="6"/>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D22E289C-37CC-4418-9D86-E6544D282536}" type="pres">
      <dgm:prSet presAssocID="{4B8A118C-9E47-4EA0-95C7-D32F92344A51}"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heckmark"/>
        </a:ext>
      </dgm:extLst>
    </dgm:pt>
    <dgm:pt modelId="{C0D0FA5C-EC63-4970-A5B6-66F5E859E1EE}" type="pres">
      <dgm:prSet presAssocID="{4B8A118C-9E47-4EA0-95C7-D32F92344A51}" presName="spaceRect" presStyleCnt="0"/>
      <dgm:spPr/>
    </dgm:pt>
    <dgm:pt modelId="{3BFD0249-D806-4662-A2EC-EE81273E7C22}" type="pres">
      <dgm:prSet presAssocID="{4B8A118C-9E47-4EA0-95C7-D32F92344A51}" presName="textRect" presStyleLbl="revTx" presStyleIdx="2" presStyleCnt="6">
        <dgm:presLayoutVars>
          <dgm:chMax val="1"/>
          <dgm:chPref val="1"/>
        </dgm:presLayoutVars>
      </dgm:prSet>
      <dgm:spPr/>
    </dgm:pt>
    <dgm:pt modelId="{DC7695C6-B6F3-4D39-A40A-4B27068038A3}" type="pres">
      <dgm:prSet presAssocID="{DAF51956-897D-4265-948F-2EE618268CA8}" presName="sibTrans" presStyleLbl="sibTrans2D1" presStyleIdx="0" presStyleCnt="0"/>
      <dgm:spPr/>
    </dgm:pt>
    <dgm:pt modelId="{C67A456D-BCB0-4B94-B8FC-B51D114F8AC7}" type="pres">
      <dgm:prSet presAssocID="{B2B4FA2B-3B53-4603-B062-5A0226168FA8}" presName="compNode" presStyleCnt="0"/>
      <dgm:spPr/>
    </dgm:pt>
    <dgm:pt modelId="{7314D312-C385-4605-8D37-AB9654E16F92}" type="pres">
      <dgm:prSet presAssocID="{B2B4FA2B-3B53-4603-B062-5A0226168FA8}" presName="iconBgRect" presStyleLbl="bgShp" presStyleIdx="3" presStyleCnt="6"/>
      <dgm:spPr/>
    </dgm:pt>
    <dgm:pt modelId="{8422E6EF-7CAD-4C77-B82E-D95B4976CA50}" type="pres">
      <dgm:prSet presAssocID="{B2B4FA2B-3B53-4603-B062-5A0226168FA8}"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708CB485-A125-423B-8EBE-61A6B4E4E5E9}" type="pres">
      <dgm:prSet presAssocID="{B2B4FA2B-3B53-4603-B062-5A0226168FA8}" presName="spaceRect" presStyleCnt="0"/>
      <dgm:spPr/>
    </dgm:pt>
    <dgm:pt modelId="{E50E6278-8523-4440-8674-8316B9EA1D65}" type="pres">
      <dgm:prSet presAssocID="{B2B4FA2B-3B53-4603-B062-5A0226168FA8}" presName="textRect" presStyleLbl="revTx" presStyleIdx="3" presStyleCnt="6">
        <dgm:presLayoutVars>
          <dgm:chMax val="1"/>
          <dgm:chPref val="1"/>
        </dgm:presLayoutVars>
      </dgm:prSet>
      <dgm:spPr/>
    </dgm:pt>
    <dgm:pt modelId="{058E0847-5BFD-49D1-9CB4-2AA206815622}" type="pres">
      <dgm:prSet presAssocID="{E1396404-CCDE-42F7-9A2C-B14C91EE9D2A}" presName="sibTrans" presStyleLbl="sibTrans2D1" presStyleIdx="0" presStyleCnt="0"/>
      <dgm:spPr/>
    </dgm:pt>
    <dgm:pt modelId="{0A89DA3A-E208-4AC4-91F9-44DBABC5AABE}" type="pres">
      <dgm:prSet presAssocID="{380F3EED-556C-476B-BE47-A66B8B55C8DC}" presName="compNode" presStyleCnt="0"/>
      <dgm:spPr/>
    </dgm:pt>
    <dgm:pt modelId="{A29318A0-06A0-4096-996D-8F33A1E66D45}" type="pres">
      <dgm:prSet presAssocID="{380F3EED-556C-476B-BE47-A66B8B55C8DC}" presName="iconBgRect" presStyleLbl="bgShp" presStyleIdx="4" presStyleCnt="6"/>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7564CBB1-49BE-4549-A8F0-06E3D7450B49}" type="pres">
      <dgm:prSet presAssocID="{380F3EED-556C-476B-BE47-A66B8B55C8DC}"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Books"/>
        </a:ext>
      </dgm:extLst>
    </dgm:pt>
    <dgm:pt modelId="{DE0E05B4-C772-4701-920D-7CC08133498A}" type="pres">
      <dgm:prSet presAssocID="{380F3EED-556C-476B-BE47-A66B8B55C8DC}" presName="spaceRect" presStyleCnt="0"/>
      <dgm:spPr/>
    </dgm:pt>
    <dgm:pt modelId="{A7ADAAFD-22A4-4DC4-9869-F0AB3AB471E3}" type="pres">
      <dgm:prSet presAssocID="{380F3EED-556C-476B-BE47-A66B8B55C8DC}" presName="textRect" presStyleLbl="revTx" presStyleIdx="4" presStyleCnt="6">
        <dgm:presLayoutVars>
          <dgm:chMax val="1"/>
          <dgm:chPref val="1"/>
        </dgm:presLayoutVars>
      </dgm:prSet>
      <dgm:spPr/>
    </dgm:pt>
    <dgm:pt modelId="{82D5B074-8BF2-490B-BF9E-CAF59D8A8C2B}" type="pres">
      <dgm:prSet presAssocID="{DC1A72B4-F406-45E8-9DC4-7C6B1BF66676}" presName="sibTrans" presStyleLbl="sibTrans2D1" presStyleIdx="0" presStyleCnt="0"/>
      <dgm:spPr/>
    </dgm:pt>
    <dgm:pt modelId="{B051B196-103A-4208-9E99-0390925662B2}" type="pres">
      <dgm:prSet presAssocID="{2340282F-C2AD-4FCE-8A29-90EA9594EFB1}" presName="compNode" presStyleCnt="0"/>
      <dgm:spPr/>
    </dgm:pt>
    <dgm:pt modelId="{3197DD53-752A-4C60-96DF-1DB0739F2B45}" type="pres">
      <dgm:prSet presAssocID="{2340282F-C2AD-4FCE-8A29-90EA9594EFB1}" presName="iconBgRect" presStyleLbl="bgShp" presStyleIdx="5" presStyleCnt="6"/>
      <dgm:spPr/>
    </dgm:pt>
    <dgm:pt modelId="{CA73B3B5-1573-4227-9DBF-F493C604A042}" type="pres">
      <dgm:prSet presAssocID="{2340282F-C2AD-4FCE-8A29-90EA9594EFB1}"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60D5B378-FFFC-4275-912D-4ECB1487111D}" type="pres">
      <dgm:prSet presAssocID="{2340282F-C2AD-4FCE-8A29-90EA9594EFB1}" presName="spaceRect" presStyleCnt="0"/>
      <dgm:spPr/>
    </dgm:pt>
    <dgm:pt modelId="{A926D204-EAB2-4F74-905E-09A4F3E11443}" type="pres">
      <dgm:prSet presAssocID="{2340282F-C2AD-4FCE-8A29-90EA9594EFB1}" presName="textRect" presStyleLbl="revTx" presStyleIdx="5" presStyleCnt="6">
        <dgm:presLayoutVars>
          <dgm:chMax val="1"/>
          <dgm:chPref val="1"/>
        </dgm:presLayoutVars>
      </dgm:prSet>
      <dgm:spPr/>
    </dgm:pt>
  </dgm:ptLst>
  <dgm:cxnLst>
    <dgm:cxn modelId="{D575C115-4B38-4D49-9275-8A6AF398605F}" srcId="{436A8E89-8BE1-482C-AED6-A9C0D46B68D0}" destId="{2340282F-C2AD-4FCE-8A29-90EA9594EFB1}" srcOrd="5" destOrd="0" parTransId="{7E596CA0-31AF-455E-A131-A1BE62D9E038}" sibTransId="{9AA3234F-ADD9-48E2-936D-4BC53E47F3A2}"/>
    <dgm:cxn modelId="{0FE0061E-3BA1-4A26-9C9D-332379EDF02A}" type="presOf" srcId="{380F3EED-556C-476B-BE47-A66B8B55C8DC}" destId="{A7ADAAFD-22A4-4DC4-9869-F0AB3AB471E3}" srcOrd="0" destOrd="0" presId="urn:microsoft.com/office/officeart/2018/2/layout/IconCircleList"/>
    <dgm:cxn modelId="{12E4B423-F7FE-4CDC-9865-0A4F1F2F6AED}" type="presOf" srcId="{B2B4FA2B-3B53-4603-B062-5A0226168FA8}" destId="{E50E6278-8523-4440-8674-8316B9EA1D65}" srcOrd="0" destOrd="0" presId="urn:microsoft.com/office/officeart/2018/2/layout/IconCircleList"/>
    <dgm:cxn modelId="{19A78348-9946-47BF-A3CF-533EC6D847F4}" type="presOf" srcId="{436A8E89-8BE1-482C-AED6-A9C0D46B68D0}" destId="{10D80BB5-C504-4080-8837-9F6D813821BD}" srcOrd="0" destOrd="0" presId="urn:microsoft.com/office/officeart/2018/2/layout/IconCircleList"/>
    <dgm:cxn modelId="{E5CB1751-DA59-4EAD-9307-5D8629A9CDF1}" srcId="{436A8E89-8BE1-482C-AED6-A9C0D46B68D0}" destId="{99BD255E-4096-4790-AB37-E166FC792AC2}" srcOrd="0" destOrd="0" parTransId="{214F927D-DD67-4FEF-BC22-5A5559215AF4}" sibTransId="{AFDB0E11-2D4E-43C3-A1D6-14AF0F84D0A7}"/>
    <dgm:cxn modelId="{73C6AD58-7CF1-4324-AA13-2D7DF1954A0E}" type="presOf" srcId="{E1396404-CCDE-42F7-9A2C-B14C91EE9D2A}" destId="{058E0847-5BFD-49D1-9CB4-2AA206815622}" srcOrd="0" destOrd="0" presId="urn:microsoft.com/office/officeart/2018/2/layout/IconCircleList"/>
    <dgm:cxn modelId="{A9FA027B-C3F6-4E51-88AC-F3A487C8B4A2}" type="presOf" srcId="{4DC20CD6-D6E3-4BB4-A569-928ECA32B0AD}" destId="{9079DBA6-722A-447B-8CCE-208620D9BC3E}" srcOrd="0" destOrd="0" presId="urn:microsoft.com/office/officeart/2018/2/layout/IconCircleList"/>
    <dgm:cxn modelId="{DD4CD47F-ABF8-4239-9607-48B98F89CB4E}" type="presOf" srcId="{2340282F-C2AD-4FCE-8A29-90EA9594EFB1}" destId="{A926D204-EAB2-4F74-905E-09A4F3E11443}" srcOrd="0" destOrd="0" presId="urn:microsoft.com/office/officeart/2018/2/layout/IconCircleList"/>
    <dgm:cxn modelId="{F99B8E8D-E07F-4E82-9818-4F6119D3B925}" type="presOf" srcId="{DAF51956-897D-4265-948F-2EE618268CA8}" destId="{DC7695C6-B6F3-4D39-A40A-4B27068038A3}" srcOrd="0" destOrd="0" presId="urn:microsoft.com/office/officeart/2018/2/layout/IconCircleList"/>
    <dgm:cxn modelId="{E9EEA491-3A7A-4AA6-BD6C-8DC0E4413D7E}" type="presOf" srcId="{99BD255E-4096-4790-AB37-E166FC792AC2}" destId="{FFF35098-E27A-4C2F-A2E4-378C5B4E86F1}" srcOrd="0" destOrd="0" presId="urn:microsoft.com/office/officeart/2018/2/layout/IconCircleList"/>
    <dgm:cxn modelId="{F027E2BA-4710-4DD1-B89D-341AE76470A4}" type="presOf" srcId="{AFDB0E11-2D4E-43C3-A1D6-14AF0F84D0A7}" destId="{DB6E5552-B148-4DCF-B948-31C840C06A5B}" srcOrd="0" destOrd="0" presId="urn:microsoft.com/office/officeart/2018/2/layout/IconCircleList"/>
    <dgm:cxn modelId="{7331DDBB-3C98-48B0-8CC0-E1A1945E5A49}" srcId="{436A8E89-8BE1-482C-AED6-A9C0D46B68D0}" destId="{4411E86A-C432-4B94-B0A8-953E2BDEAA29}" srcOrd="1" destOrd="0" parTransId="{C4848B88-17FE-459C-B1DC-51E94643AA21}" sibTransId="{4DC20CD6-D6E3-4BB4-A569-928ECA32B0AD}"/>
    <dgm:cxn modelId="{3E5D0CBE-C879-4339-ABF8-41E14FDE9DB1}" type="presOf" srcId="{4B8A118C-9E47-4EA0-95C7-D32F92344A51}" destId="{3BFD0249-D806-4662-A2EC-EE81273E7C22}" srcOrd="0" destOrd="0" presId="urn:microsoft.com/office/officeart/2018/2/layout/IconCircleList"/>
    <dgm:cxn modelId="{D96429C4-0390-4C5E-ACA3-CCABC8E7E360}" type="presOf" srcId="{DC1A72B4-F406-45E8-9DC4-7C6B1BF66676}" destId="{82D5B074-8BF2-490B-BF9E-CAF59D8A8C2B}" srcOrd="0" destOrd="0" presId="urn:microsoft.com/office/officeart/2018/2/layout/IconCircleList"/>
    <dgm:cxn modelId="{1ED509D2-F56C-4454-99BD-E3B6115C3266}" srcId="{436A8E89-8BE1-482C-AED6-A9C0D46B68D0}" destId="{4B8A118C-9E47-4EA0-95C7-D32F92344A51}" srcOrd="2" destOrd="0" parTransId="{1C2451C7-FE9F-4972-B001-3453C97436A1}" sibTransId="{DAF51956-897D-4265-948F-2EE618268CA8}"/>
    <dgm:cxn modelId="{B9D9C4E1-FECA-4BDD-AE7C-C33301B1509B}" type="presOf" srcId="{4411E86A-C432-4B94-B0A8-953E2BDEAA29}" destId="{34EC6479-D7D1-465F-BD5B-929306EA0123}" srcOrd="0" destOrd="0" presId="urn:microsoft.com/office/officeart/2018/2/layout/IconCircleList"/>
    <dgm:cxn modelId="{360866E4-6BDD-427B-9154-837D9B71FC14}" srcId="{436A8E89-8BE1-482C-AED6-A9C0D46B68D0}" destId="{380F3EED-556C-476B-BE47-A66B8B55C8DC}" srcOrd="4" destOrd="0" parTransId="{83A3834E-CC73-4D9C-8085-6CFC548CFC04}" sibTransId="{DC1A72B4-F406-45E8-9DC4-7C6B1BF66676}"/>
    <dgm:cxn modelId="{C6E5D5F1-8893-4C5C-A960-E099A30581B2}" srcId="{436A8E89-8BE1-482C-AED6-A9C0D46B68D0}" destId="{B2B4FA2B-3B53-4603-B062-5A0226168FA8}" srcOrd="3" destOrd="0" parTransId="{60BB4CA2-3577-4CD9-8C6A-B0E638CFD556}" sibTransId="{E1396404-CCDE-42F7-9A2C-B14C91EE9D2A}"/>
    <dgm:cxn modelId="{3059B537-129A-476B-ABE6-12BCC66FF18F}" type="presParOf" srcId="{10D80BB5-C504-4080-8837-9F6D813821BD}" destId="{B649C915-72B2-4D82-B183-06230C01372E}" srcOrd="0" destOrd="0" presId="urn:microsoft.com/office/officeart/2018/2/layout/IconCircleList"/>
    <dgm:cxn modelId="{BE53CD57-EB26-4DDB-BDB6-F1DF0B249604}" type="presParOf" srcId="{B649C915-72B2-4D82-B183-06230C01372E}" destId="{85AA9B9F-250C-4CBB-8EAD-79A1BEC8CE51}" srcOrd="0" destOrd="0" presId="urn:microsoft.com/office/officeart/2018/2/layout/IconCircleList"/>
    <dgm:cxn modelId="{B9215DFE-F3C4-447C-B8BF-C962E2283517}" type="presParOf" srcId="{85AA9B9F-250C-4CBB-8EAD-79A1BEC8CE51}" destId="{3DFEF559-C0DA-4805-8A69-6C2D8488876B}" srcOrd="0" destOrd="0" presId="urn:microsoft.com/office/officeart/2018/2/layout/IconCircleList"/>
    <dgm:cxn modelId="{4572B0AE-0F0B-4D58-9C4B-A68A7FB9B227}" type="presParOf" srcId="{85AA9B9F-250C-4CBB-8EAD-79A1BEC8CE51}" destId="{B328E774-8731-405B-8083-E97B8A70FDB6}" srcOrd="1" destOrd="0" presId="urn:microsoft.com/office/officeart/2018/2/layout/IconCircleList"/>
    <dgm:cxn modelId="{998C89FA-0FD1-4F4D-99D7-2BA27DDFA796}" type="presParOf" srcId="{85AA9B9F-250C-4CBB-8EAD-79A1BEC8CE51}" destId="{D79ED177-F86D-464C-AA97-DF39AA169321}" srcOrd="2" destOrd="0" presId="urn:microsoft.com/office/officeart/2018/2/layout/IconCircleList"/>
    <dgm:cxn modelId="{16208DEB-F84A-4021-BFE8-503C7D91D489}" type="presParOf" srcId="{85AA9B9F-250C-4CBB-8EAD-79A1BEC8CE51}" destId="{FFF35098-E27A-4C2F-A2E4-378C5B4E86F1}" srcOrd="3" destOrd="0" presId="urn:microsoft.com/office/officeart/2018/2/layout/IconCircleList"/>
    <dgm:cxn modelId="{AFD9F2CD-39E6-4742-8F25-8E9E249DA1FD}" type="presParOf" srcId="{B649C915-72B2-4D82-B183-06230C01372E}" destId="{DB6E5552-B148-4DCF-B948-31C840C06A5B}" srcOrd="1" destOrd="0" presId="urn:microsoft.com/office/officeart/2018/2/layout/IconCircleList"/>
    <dgm:cxn modelId="{AD1EBF52-2565-400B-8CBC-DD0C4581D7C8}" type="presParOf" srcId="{B649C915-72B2-4D82-B183-06230C01372E}" destId="{148CAAAF-9790-4D09-B5D7-D951288FC4BC}" srcOrd="2" destOrd="0" presId="urn:microsoft.com/office/officeart/2018/2/layout/IconCircleList"/>
    <dgm:cxn modelId="{09A52557-25F2-4EDF-B113-1E6EEB3C87EA}" type="presParOf" srcId="{148CAAAF-9790-4D09-B5D7-D951288FC4BC}" destId="{54CE4239-2043-4744-997B-54E725A0B0B3}" srcOrd="0" destOrd="0" presId="urn:microsoft.com/office/officeart/2018/2/layout/IconCircleList"/>
    <dgm:cxn modelId="{49255CAA-9F68-40C0-8852-C32D3E591705}" type="presParOf" srcId="{148CAAAF-9790-4D09-B5D7-D951288FC4BC}" destId="{BA0CAFE5-AD52-44F7-9761-578EE0FF6EB3}" srcOrd="1" destOrd="0" presId="urn:microsoft.com/office/officeart/2018/2/layout/IconCircleList"/>
    <dgm:cxn modelId="{0D996709-33EE-4C77-B08E-55F99FF7C1DA}" type="presParOf" srcId="{148CAAAF-9790-4D09-B5D7-D951288FC4BC}" destId="{0AD044FF-D477-4335-9060-ABEDE17D295A}" srcOrd="2" destOrd="0" presId="urn:microsoft.com/office/officeart/2018/2/layout/IconCircleList"/>
    <dgm:cxn modelId="{B4DDE629-B721-4285-B377-C3E6ECE02C40}" type="presParOf" srcId="{148CAAAF-9790-4D09-B5D7-D951288FC4BC}" destId="{34EC6479-D7D1-465F-BD5B-929306EA0123}" srcOrd="3" destOrd="0" presId="urn:microsoft.com/office/officeart/2018/2/layout/IconCircleList"/>
    <dgm:cxn modelId="{19796B8B-2532-49FA-ACAC-DA789D894650}" type="presParOf" srcId="{B649C915-72B2-4D82-B183-06230C01372E}" destId="{9079DBA6-722A-447B-8CCE-208620D9BC3E}" srcOrd="3" destOrd="0" presId="urn:microsoft.com/office/officeart/2018/2/layout/IconCircleList"/>
    <dgm:cxn modelId="{938560AF-2DD4-41C6-B946-C8D74C9CA3ED}" type="presParOf" srcId="{B649C915-72B2-4D82-B183-06230C01372E}" destId="{37D0FF88-909B-4A16-BF4E-DA986331033F}" srcOrd="4" destOrd="0" presId="urn:microsoft.com/office/officeart/2018/2/layout/IconCircleList"/>
    <dgm:cxn modelId="{E94F1D8E-7103-4F83-9A5E-CB51318B3825}" type="presParOf" srcId="{37D0FF88-909B-4A16-BF4E-DA986331033F}" destId="{0B656B4A-C32B-4EC1-B201-58D118212595}" srcOrd="0" destOrd="0" presId="urn:microsoft.com/office/officeart/2018/2/layout/IconCircleList"/>
    <dgm:cxn modelId="{71438B4F-7A78-422A-9D40-05E247A7A0CE}" type="presParOf" srcId="{37D0FF88-909B-4A16-BF4E-DA986331033F}" destId="{D22E289C-37CC-4418-9D86-E6544D282536}" srcOrd="1" destOrd="0" presId="urn:microsoft.com/office/officeart/2018/2/layout/IconCircleList"/>
    <dgm:cxn modelId="{614307A8-BF80-4CCB-88CA-FCF6B833EE7B}" type="presParOf" srcId="{37D0FF88-909B-4A16-BF4E-DA986331033F}" destId="{C0D0FA5C-EC63-4970-A5B6-66F5E859E1EE}" srcOrd="2" destOrd="0" presId="urn:microsoft.com/office/officeart/2018/2/layout/IconCircleList"/>
    <dgm:cxn modelId="{BF214E6F-22A2-4FF0-86E4-9ED8874C757A}" type="presParOf" srcId="{37D0FF88-909B-4A16-BF4E-DA986331033F}" destId="{3BFD0249-D806-4662-A2EC-EE81273E7C22}" srcOrd="3" destOrd="0" presId="urn:microsoft.com/office/officeart/2018/2/layout/IconCircleList"/>
    <dgm:cxn modelId="{AFB73861-1394-4BB6-906F-05DA70203A14}" type="presParOf" srcId="{B649C915-72B2-4D82-B183-06230C01372E}" destId="{DC7695C6-B6F3-4D39-A40A-4B27068038A3}" srcOrd="5" destOrd="0" presId="urn:microsoft.com/office/officeart/2018/2/layout/IconCircleList"/>
    <dgm:cxn modelId="{6CB0EED1-FDC7-458B-8FD8-6703C5BC73DC}" type="presParOf" srcId="{B649C915-72B2-4D82-B183-06230C01372E}" destId="{C67A456D-BCB0-4B94-B8FC-B51D114F8AC7}" srcOrd="6" destOrd="0" presId="urn:microsoft.com/office/officeart/2018/2/layout/IconCircleList"/>
    <dgm:cxn modelId="{A6AE78A5-BEF1-4956-B929-A33CA5DEAC53}" type="presParOf" srcId="{C67A456D-BCB0-4B94-B8FC-B51D114F8AC7}" destId="{7314D312-C385-4605-8D37-AB9654E16F92}" srcOrd="0" destOrd="0" presId="urn:microsoft.com/office/officeart/2018/2/layout/IconCircleList"/>
    <dgm:cxn modelId="{2F0D4CBF-D639-4D17-B6C9-DA669A984326}" type="presParOf" srcId="{C67A456D-BCB0-4B94-B8FC-B51D114F8AC7}" destId="{8422E6EF-7CAD-4C77-B82E-D95B4976CA50}" srcOrd="1" destOrd="0" presId="urn:microsoft.com/office/officeart/2018/2/layout/IconCircleList"/>
    <dgm:cxn modelId="{CEF63739-5B76-491D-810C-B0DE3C819094}" type="presParOf" srcId="{C67A456D-BCB0-4B94-B8FC-B51D114F8AC7}" destId="{708CB485-A125-423B-8EBE-61A6B4E4E5E9}" srcOrd="2" destOrd="0" presId="urn:microsoft.com/office/officeart/2018/2/layout/IconCircleList"/>
    <dgm:cxn modelId="{EE0688DD-EEE2-4708-9DBC-DCD0AFECCE49}" type="presParOf" srcId="{C67A456D-BCB0-4B94-B8FC-B51D114F8AC7}" destId="{E50E6278-8523-4440-8674-8316B9EA1D65}" srcOrd="3" destOrd="0" presId="urn:microsoft.com/office/officeart/2018/2/layout/IconCircleList"/>
    <dgm:cxn modelId="{C013C5CF-6624-40ED-9A11-5C3BF310C3A4}" type="presParOf" srcId="{B649C915-72B2-4D82-B183-06230C01372E}" destId="{058E0847-5BFD-49D1-9CB4-2AA206815622}" srcOrd="7" destOrd="0" presId="urn:microsoft.com/office/officeart/2018/2/layout/IconCircleList"/>
    <dgm:cxn modelId="{926BE488-7BA7-4776-8CD3-3ED15EC17062}" type="presParOf" srcId="{B649C915-72B2-4D82-B183-06230C01372E}" destId="{0A89DA3A-E208-4AC4-91F9-44DBABC5AABE}" srcOrd="8" destOrd="0" presId="urn:microsoft.com/office/officeart/2018/2/layout/IconCircleList"/>
    <dgm:cxn modelId="{30E40F42-3AB9-4471-9D8C-CA0D62DB08CF}" type="presParOf" srcId="{0A89DA3A-E208-4AC4-91F9-44DBABC5AABE}" destId="{A29318A0-06A0-4096-996D-8F33A1E66D45}" srcOrd="0" destOrd="0" presId="urn:microsoft.com/office/officeart/2018/2/layout/IconCircleList"/>
    <dgm:cxn modelId="{1AB046F2-6A1D-418B-9F59-C5A49C2E55E2}" type="presParOf" srcId="{0A89DA3A-E208-4AC4-91F9-44DBABC5AABE}" destId="{7564CBB1-49BE-4549-A8F0-06E3D7450B49}" srcOrd="1" destOrd="0" presId="urn:microsoft.com/office/officeart/2018/2/layout/IconCircleList"/>
    <dgm:cxn modelId="{345864AD-DAA0-4EB5-9AEE-5977595D3B54}" type="presParOf" srcId="{0A89DA3A-E208-4AC4-91F9-44DBABC5AABE}" destId="{DE0E05B4-C772-4701-920D-7CC08133498A}" srcOrd="2" destOrd="0" presId="urn:microsoft.com/office/officeart/2018/2/layout/IconCircleList"/>
    <dgm:cxn modelId="{81AE4395-7788-4BC4-B8C6-65BC1B2DB4F8}" type="presParOf" srcId="{0A89DA3A-E208-4AC4-91F9-44DBABC5AABE}" destId="{A7ADAAFD-22A4-4DC4-9869-F0AB3AB471E3}" srcOrd="3" destOrd="0" presId="urn:microsoft.com/office/officeart/2018/2/layout/IconCircleList"/>
    <dgm:cxn modelId="{82874EA1-A27B-4BBB-8B48-BDED4527B95F}" type="presParOf" srcId="{B649C915-72B2-4D82-B183-06230C01372E}" destId="{82D5B074-8BF2-490B-BF9E-CAF59D8A8C2B}" srcOrd="9" destOrd="0" presId="urn:microsoft.com/office/officeart/2018/2/layout/IconCircleList"/>
    <dgm:cxn modelId="{C7F83E28-CA81-4A7D-80A8-0632CC1D7CF7}" type="presParOf" srcId="{B649C915-72B2-4D82-B183-06230C01372E}" destId="{B051B196-103A-4208-9E99-0390925662B2}" srcOrd="10" destOrd="0" presId="urn:microsoft.com/office/officeart/2018/2/layout/IconCircleList"/>
    <dgm:cxn modelId="{03AC3C10-3BC1-42CE-8EFD-BB141B469C12}" type="presParOf" srcId="{B051B196-103A-4208-9E99-0390925662B2}" destId="{3197DD53-752A-4C60-96DF-1DB0739F2B45}" srcOrd="0" destOrd="0" presId="urn:microsoft.com/office/officeart/2018/2/layout/IconCircleList"/>
    <dgm:cxn modelId="{B91D3FB4-B144-49EE-BD3D-3BA59946BD40}" type="presParOf" srcId="{B051B196-103A-4208-9E99-0390925662B2}" destId="{CA73B3B5-1573-4227-9DBF-F493C604A042}" srcOrd="1" destOrd="0" presId="urn:microsoft.com/office/officeart/2018/2/layout/IconCircleList"/>
    <dgm:cxn modelId="{834D3F2B-9C07-4C47-A0CF-613BABAC07A3}" type="presParOf" srcId="{B051B196-103A-4208-9E99-0390925662B2}" destId="{60D5B378-FFFC-4275-912D-4ECB1487111D}" srcOrd="2" destOrd="0" presId="urn:microsoft.com/office/officeart/2018/2/layout/IconCircleList"/>
    <dgm:cxn modelId="{E1126187-2DF1-47A7-9F4B-2E2487FCE00D}" type="presParOf" srcId="{B051B196-103A-4208-9E99-0390925662B2}" destId="{A926D204-EAB2-4F74-905E-09A4F3E11443}"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23385CA-2453-4625-867B-87B7C958C94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0CF2A0B-298F-4EBF-8A0D-14B994132E30}">
      <dgm:prSet/>
      <dgm:spPr/>
      <dgm:t>
        <a:bodyPr/>
        <a:lstStyle/>
        <a:p>
          <a:r>
            <a:rPr lang="en-US"/>
            <a:t>Important social skills</a:t>
          </a:r>
        </a:p>
      </dgm:t>
    </dgm:pt>
    <dgm:pt modelId="{883AA371-2889-4D85-BDC0-919083D45789}" type="parTrans" cxnId="{3C50FB13-AE82-4375-BD22-B2039F3E8BF4}">
      <dgm:prSet/>
      <dgm:spPr/>
      <dgm:t>
        <a:bodyPr/>
        <a:lstStyle/>
        <a:p>
          <a:endParaRPr lang="en-US"/>
        </a:p>
      </dgm:t>
    </dgm:pt>
    <dgm:pt modelId="{EB806BE5-A3CC-4B20-8A5A-042462936095}" type="sibTrans" cxnId="{3C50FB13-AE82-4375-BD22-B2039F3E8BF4}">
      <dgm:prSet/>
      <dgm:spPr/>
      <dgm:t>
        <a:bodyPr/>
        <a:lstStyle/>
        <a:p>
          <a:endParaRPr lang="en-US"/>
        </a:p>
      </dgm:t>
    </dgm:pt>
    <dgm:pt modelId="{9E1B9E0B-C5F6-4FE5-90B9-89A5BD264074}">
      <dgm:prSet/>
      <dgm:spPr/>
      <dgm:t>
        <a:bodyPr/>
        <a:lstStyle/>
        <a:p>
          <a:r>
            <a:rPr lang="en-US" dirty="0"/>
            <a:t>Self-advocacy</a:t>
          </a:r>
        </a:p>
      </dgm:t>
    </dgm:pt>
    <dgm:pt modelId="{2F93D8CA-7494-46E1-AA24-A3342453E11D}" type="parTrans" cxnId="{14F79A1C-4998-45B5-9403-FF71DC817F85}">
      <dgm:prSet/>
      <dgm:spPr/>
      <dgm:t>
        <a:bodyPr/>
        <a:lstStyle/>
        <a:p>
          <a:endParaRPr lang="en-US"/>
        </a:p>
      </dgm:t>
    </dgm:pt>
    <dgm:pt modelId="{C019986E-2786-4412-9177-2E30122C33CE}" type="sibTrans" cxnId="{14F79A1C-4998-45B5-9403-FF71DC817F85}">
      <dgm:prSet/>
      <dgm:spPr/>
      <dgm:t>
        <a:bodyPr/>
        <a:lstStyle/>
        <a:p>
          <a:endParaRPr lang="en-US"/>
        </a:p>
      </dgm:t>
    </dgm:pt>
    <dgm:pt modelId="{E4CFC373-1D81-4A88-B23A-A8DF55ED5D0C}">
      <dgm:prSet/>
      <dgm:spPr/>
      <dgm:t>
        <a:bodyPr/>
        <a:lstStyle/>
        <a:p>
          <a:r>
            <a:rPr lang="en-US"/>
            <a:t>Public speaking</a:t>
          </a:r>
        </a:p>
      </dgm:t>
    </dgm:pt>
    <dgm:pt modelId="{B961BBD6-2CFE-4EB5-B92E-552821E0A429}" type="parTrans" cxnId="{E51C98BF-DE43-44B4-AF4D-25616F5DBBD8}">
      <dgm:prSet/>
      <dgm:spPr/>
      <dgm:t>
        <a:bodyPr/>
        <a:lstStyle/>
        <a:p>
          <a:endParaRPr lang="en-US"/>
        </a:p>
      </dgm:t>
    </dgm:pt>
    <dgm:pt modelId="{707F5228-79F5-4AAE-A5D8-9AA101716395}" type="sibTrans" cxnId="{E51C98BF-DE43-44B4-AF4D-25616F5DBBD8}">
      <dgm:prSet/>
      <dgm:spPr/>
      <dgm:t>
        <a:bodyPr/>
        <a:lstStyle/>
        <a:p>
          <a:endParaRPr lang="en-US"/>
        </a:p>
      </dgm:t>
    </dgm:pt>
    <dgm:pt modelId="{7A2C4C53-4644-418F-8AC1-713C798A6E0B}">
      <dgm:prSet/>
      <dgm:spPr/>
      <dgm:t>
        <a:bodyPr/>
        <a:lstStyle/>
        <a:p>
          <a:r>
            <a:rPr lang="en-US"/>
            <a:t>Self-evaluation</a:t>
          </a:r>
        </a:p>
      </dgm:t>
    </dgm:pt>
    <dgm:pt modelId="{56BF5CA1-12E4-4D45-9461-A4D575753640}" type="parTrans" cxnId="{F5B7C5A1-8C70-4A7A-940A-CB960137CB07}">
      <dgm:prSet/>
      <dgm:spPr/>
      <dgm:t>
        <a:bodyPr/>
        <a:lstStyle/>
        <a:p>
          <a:endParaRPr lang="en-US"/>
        </a:p>
      </dgm:t>
    </dgm:pt>
    <dgm:pt modelId="{1A4DCFAB-867E-4258-BB22-FDAFEACAA13B}" type="sibTrans" cxnId="{F5B7C5A1-8C70-4A7A-940A-CB960137CB07}">
      <dgm:prSet/>
      <dgm:spPr/>
      <dgm:t>
        <a:bodyPr/>
        <a:lstStyle/>
        <a:p>
          <a:endParaRPr lang="en-US"/>
        </a:p>
      </dgm:t>
    </dgm:pt>
    <dgm:pt modelId="{5AF44953-B90E-466F-B709-C498AB93379A}">
      <dgm:prSet/>
      <dgm:spPr/>
      <dgm:t>
        <a:bodyPr/>
        <a:lstStyle/>
        <a:p>
          <a:r>
            <a:rPr lang="en-US"/>
            <a:t>Mediation Skills</a:t>
          </a:r>
        </a:p>
      </dgm:t>
    </dgm:pt>
    <dgm:pt modelId="{B6BC5C7B-421C-4BF6-9BE6-EF149922198A}" type="parTrans" cxnId="{ABD94F3C-4F52-4519-B178-0118EC427C41}">
      <dgm:prSet/>
      <dgm:spPr/>
      <dgm:t>
        <a:bodyPr/>
        <a:lstStyle/>
        <a:p>
          <a:endParaRPr lang="en-US"/>
        </a:p>
      </dgm:t>
    </dgm:pt>
    <dgm:pt modelId="{AB3D664A-2D80-4F35-BF90-8D9B7E02A4E2}" type="sibTrans" cxnId="{ABD94F3C-4F52-4519-B178-0118EC427C41}">
      <dgm:prSet/>
      <dgm:spPr/>
      <dgm:t>
        <a:bodyPr/>
        <a:lstStyle/>
        <a:p>
          <a:endParaRPr lang="en-US"/>
        </a:p>
      </dgm:t>
    </dgm:pt>
    <dgm:pt modelId="{7B6D39F7-5A2E-44FC-BD49-DF083035F01D}">
      <dgm:prSet/>
      <dgm:spPr/>
      <dgm:t>
        <a:bodyPr/>
        <a:lstStyle/>
        <a:p>
          <a:r>
            <a:rPr lang="en-US"/>
            <a:t>Goal setting and attainment</a:t>
          </a:r>
        </a:p>
      </dgm:t>
    </dgm:pt>
    <dgm:pt modelId="{58CFC0D7-6B5F-460D-92A5-5B838F52756F}" type="parTrans" cxnId="{09E55D5A-4D66-438E-B729-8912B6D8B02B}">
      <dgm:prSet/>
      <dgm:spPr/>
      <dgm:t>
        <a:bodyPr/>
        <a:lstStyle/>
        <a:p>
          <a:endParaRPr lang="en-US"/>
        </a:p>
      </dgm:t>
    </dgm:pt>
    <dgm:pt modelId="{F5651739-63A5-43F0-B028-FCC837B0DA8A}" type="sibTrans" cxnId="{09E55D5A-4D66-438E-B729-8912B6D8B02B}">
      <dgm:prSet/>
      <dgm:spPr/>
      <dgm:t>
        <a:bodyPr/>
        <a:lstStyle/>
        <a:p>
          <a:endParaRPr lang="en-US"/>
        </a:p>
      </dgm:t>
    </dgm:pt>
    <dgm:pt modelId="{48E83ED5-6301-4E5B-A202-55ED1F048E13}" type="pres">
      <dgm:prSet presAssocID="{323385CA-2453-4625-867B-87B7C958C942}" presName="linear" presStyleCnt="0">
        <dgm:presLayoutVars>
          <dgm:animLvl val="lvl"/>
          <dgm:resizeHandles val="exact"/>
        </dgm:presLayoutVars>
      </dgm:prSet>
      <dgm:spPr/>
    </dgm:pt>
    <dgm:pt modelId="{CBA90ED6-5AEA-48BD-B7B1-9D9B34C2E75D}" type="pres">
      <dgm:prSet presAssocID="{20CF2A0B-298F-4EBF-8A0D-14B994132E30}" presName="parentText" presStyleLbl="node1" presStyleIdx="0" presStyleCnt="6">
        <dgm:presLayoutVars>
          <dgm:chMax val="0"/>
          <dgm:bulletEnabled val="1"/>
        </dgm:presLayoutVars>
      </dgm:prSet>
      <dgm:spPr/>
    </dgm:pt>
    <dgm:pt modelId="{90028DAC-8B27-4817-A9C6-CDAA48B7AD7F}" type="pres">
      <dgm:prSet presAssocID="{EB806BE5-A3CC-4B20-8A5A-042462936095}" presName="spacer" presStyleCnt="0"/>
      <dgm:spPr/>
    </dgm:pt>
    <dgm:pt modelId="{2A9DA969-A57B-4C77-96DD-A800E906BC31}" type="pres">
      <dgm:prSet presAssocID="{9E1B9E0B-C5F6-4FE5-90B9-89A5BD264074}" presName="parentText" presStyleLbl="node1" presStyleIdx="1" presStyleCnt="6">
        <dgm:presLayoutVars>
          <dgm:chMax val="0"/>
          <dgm:bulletEnabled val="1"/>
        </dgm:presLayoutVars>
      </dgm:prSet>
      <dgm:spPr/>
    </dgm:pt>
    <dgm:pt modelId="{5783B37F-5844-45AC-86D6-D35AB9D25D3F}" type="pres">
      <dgm:prSet presAssocID="{C019986E-2786-4412-9177-2E30122C33CE}" presName="spacer" presStyleCnt="0"/>
      <dgm:spPr/>
    </dgm:pt>
    <dgm:pt modelId="{03790927-3CCA-4286-A2E6-B5538749B65B}" type="pres">
      <dgm:prSet presAssocID="{E4CFC373-1D81-4A88-B23A-A8DF55ED5D0C}" presName="parentText" presStyleLbl="node1" presStyleIdx="2" presStyleCnt="6">
        <dgm:presLayoutVars>
          <dgm:chMax val="0"/>
          <dgm:bulletEnabled val="1"/>
        </dgm:presLayoutVars>
      </dgm:prSet>
      <dgm:spPr/>
    </dgm:pt>
    <dgm:pt modelId="{B45055ED-FFC1-480B-8447-D5308366B618}" type="pres">
      <dgm:prSet presAssocID="{707F5228-79F5-4AAE-A5D8-9AA101716395}" presName="spacer" presStyleCnt="0"/>
      <dgm:spPr/>
    </dgm:pt>
    <dgm:pt modelId="{423DB1BF-8F4F-4694-8B4A-3B0CC37170C0}" type="pres">
      <dgm:prSet presAssocID="{7A2C4C53-4644-418F-8AC1-713C798A6E0B}" presName="parentText" presStyleLbl="node1" presStyleIdx="3" presStyleCnt="6">
        <dgm:presLayoutVars>
          <dgm:chMax val="0"/>
          <dgm:bulletEnabled val="1"/>
        </dgm:presLayoutVars>
      </dgm:prSet>
      <dgm:spPr/>
    </dgm:pt>
    <dgm:pt modelId="{C99A42F1-43B7-4D8D-AAE1-D617B3269846}" type="pres">
      <dgm:prSet presAssocID="{1A4DCFAB-867E-4258-BB22-FDAFEACAA13B}" presName="spacer" presStyleCnt="0"/>
      <dgm:spPr/>
    </dgm:pt>
    <dgm:pt modelId="{3B4B9C3C-7704-4C03-AB87-B0EC066C5E73}" type="pres">
      <dgm:prSet presAssocID="{5AF44953-B90E-466F-B709-C498AB93379A}" presName="parentText" presStyleLbl="node1" presStyleIdx="4" presStyleCnt="6">
        <dgm:presLayoutVars>
          <dgm:chMax val="0"/>
          <dgm:bulletEnabled val="1"/>
        </dgm:presLayoutVars>
      </dgm:prSet>
      <dgm:spPr/>
    </dgm:pt>
    <dgm:pt modelId="{2F3F0816-AB03-4DB2-A1BE-A628B49D74AC}" type="pres">
      <dgm:prSet presAssocID="{AB3D664A-2D80-4F35-BF90-8D9B7E02A4E2}" presName="spacer" presStyleCnt="0"/>
      <dgm:spPr/>
    </dgm:pt>
    <dgm:pt modelId="{DB0C0B35-D583-4D01-8A8B-1EAE781974A9}" type="pres">
      <dgm:prSet presAssocID="{7B6D39F7-5A2E-44FC-BD49-DF083035F01D}" presName="parentText" presStyleLbl="node1" presStyleIdx="5" presStyleCnt="6">
        <dgm:presLayoutVars>
          <dgm:chMax val="0"/>
          <dgm:bulletEnabled val="1"/>
        </dgm:presLayoutVars>
      </dgm:prSet>
      <dgm:spPr/>
    </dgm:pt>
  </dgm:ptLst>
  <dgm:cxnLst>
    <dgm:cxn modelId="{3C50FB13-AE82-4375-BD22-B2039F3E8BF4}" srcId="{323385CA-2453-4625-867B-87B7C958C942}" destId="{20CF2A0B-298F-4EBF-8A0D-14B994132E30}" srcOrd="0" destOrd="0" parTransId="{883AA371-2889-4D85-BDC0-919083D45789}" sibTransId="{EB806BE5-A3CC-4B20-8A5A-042462936095}"/>
    <dgm:cxn modelId="{14F79A1C-4998-45B5-9403-FF71DC817F85}" srcId="{323385CA-2453-4625-867B-87B7C958C942}" destId="{9E1B9E0B-C5F6-4FE5-90B9-89A5BD264074}" srcOrd="1" destOrd="0" parTransId="{2F93D8CA-7494-46E1-AA24-A3342453E11D}" sibTransId="{C019986E-2786-4412-9177-2E30122C33CE}"/>
    <dgm:cxn modelId="{1E50E13B-7CFB-460E-8E8D-8F11F09709B3}" type="presOf" srcId="{9E1B9E0B-C5F6-4FE5-90B9-89A5BD264074}" destId="{2A9DA969-A57B-4C77-96DD-A800E906BC31}" srcOrd="0" destOrd="0" presId="urn:microsoft.com/office/officeart/2005/8/layout/vList2"/>
    <dgm:cxn modelId="{ABD94F3C-4F52-4519-B178-0118EC427C41}" srcId="{323385CA-2453-4625-867B-87B7C958C942}" destId="{5AF44953-B90E-466F-B709-C498AB93379A}" srcOrd="4" destOrd="0" parTransId="{B6BC5C7B-421C-4BF6-9BE6-EF149922198A}" sibTransId="{AB3D664A-2D80-4F35-BF90-8D9B7E02A4E2}"/>
    <dgm:cxn modelId="{6A1F1365-8C37-4B9E-B9F9-5A04D88DB7F9}" type="presOf" srcId="{E4CFC373-1D81-4A88-B23A-A8DF55ED5D0C}" destId="{03790927-3CCA-4286-A2E6-B5538749B65B}" srcOrd="0" destOrd="0" presId="urn:microsoft.com/office/officeart/2005/8/layout/vList2"/>
    <dgm:cxn modelId="{A7516C72-89B1-4819-8B26-FED22E8473FE}" type="presOf" srcId="{323385CA-2453-4625-867B-87B7C958C942}" destId="{48E83ED5-6301-4E5B-A202-55ED1F048E13}" srcOrd="0" destOrd="0" presId="urn:microsoft.com/office/officeart/2005/8/layout/vList2"/>
    <dgm:cxn modelId="{09E55D5A-4D66-438E-B729-8912B6D8B02B}" srcId="{323385CA-2453-4625-867B-87B7C958C942}" destId="{7B6D39F7-5A2E-44FC-BD49-DF083035F01D}" srcOrd="5" destOrd="0" parTransId="{58CFC0D7-6B5F-460D-92A5-5B838F52756F}" sibTransId="{F5651739-63A5-43F0-B028-FCC837B0DA8A}"/>
    <dgm:cxn modelId="{BC7EA482-F7D1-4139-A5DE-30FDE8BE0B17}" type="presOf" srcId="{7B6D39F7-5A2E-44FC-BD49-DF083035F01D}" destId="{DB0C0B35-D583-4D01-8A8B-1EAE781974A9}" srcOrd="0" destOrd="0" presId="urn:microsoft.com/office/officeart/2005/8/layout/vList2"/>
    <dgm:cxn modelId="{7A90C690-F40F-4242-9CAA-AE691004F891}" type="presOf" srcId="{5AF44953-B90E-466F-B709-C498AB93379A}" destId="{3B4B9C3C-7704-4C03-AB87-B0EC066C5E73}" srcOrd="0" destOrd="0" presId="urn:microsoft.com/office/officeart/2005/8/layout/vList2"/>
    <dgm:cxn modelId="{F5B7C5A1-8C70-4A7A-940A-CB960137CB07}" srcId="{323385CA-2453-4625-867B-87B7C958C942}" destId="{7A2C4C53-4644-418F-8AC1-713C798A6E0B}" srcOrd="3" destOrd="0" parTransId="{56BF5CA1-12E4-4D45-9461-A4D575753640}" sibTransId="{1A4DCFAB-867E-4258-BB22-FDAFEACAA13B}"/>
    <dgm:cxn modelId="{BF8811BF-14ED-4A86-9887-60A43684A8D1}" type="presOf" srcId="{7A2C4C53-4644-418F-8AC1-713C798A6E0B}" destId="{423DB1BF-8F4F-4694-8B4A-3B0CC37170C0}" srcOrd="0" destOrd="0" presId="urn:microsoft.com/office/officeart/2005/8/layout/vList2"/>
    <dgm:cxn modelId="{E51C98BF-DE43-44B4-AF4D-25616F5DBBD8}" srcId="{323385CA-2453-4625-867B-87B7C958C942}" destId="{E4CFC373-1D81-4A88-B23A-A8DF55ED5D0C}" srcOrd="2" destOrd="0" parTransId="{B961BBD6-2CFE-4EB5-B92E-552821E0A429}" sibTransId="{707F5228-79F5-4AAE-A5D8-9AA101716395}"/>
    <dgm:cxn modelId="{6C6401FC-FFEC-4BD0-8945-E2D44CEF2602}" type="presOf" srcId="{20CF2A0B-298F-4EBF-8A0D-14B994132E30}" destId="{CBA90ED6-5AEA-48BD-B7B1-9D9B34C2E75D}" srcOrd="0" destOrd="0" presId="urn:microsoft.com/office/officeart/2005/8/layout/vList2"/>
    <dgm:cxn modelId="{07D4EA3B-454F-46B9-9428-913EC813D5D5}" type="presParOf" srcId="{48E83ED5-6301-4E5B-A202-55ED1F048E13}" destId="{CBA90ED6-5AEA-48BD-B7B1-9D9B34C2E75D}" srcOrd="0" destOrd="0" presId="urn:microsoft.com/office/officeart/2005/8/layout/vList2"/>
    <dgm:cxn modelId="{A715ABE7-E0C8-4740-A56D-36753CEC522E}" type="presParOf" srcId="{48E83ED5-6301-4E5B-A202-55ED1F048E13}" destId="{90028DAC-8B27-4817-A9C6-CDAA48B7AD7F}" srcOrd="1" destOrd="0" presId="urn:microsoft.com/office/officeart/2005/8/layout/vList2"/>
    <dgm:cxn modelId="{DB525B23-E927-4F0E-B88D-58D13DD60A43}" type="presParOf" srcId="{48E83ED5-6301-4E5B-A202-55ED1F048E13}" destId="{2A9DA969-A57B-4C77-96DD-A800E906BC31}" srcOrd="2" destOrd="0" presId="urn:microsoft.com/office/officeart/2005/8/layout/vList2"/>
    <dgm:cxn modelId="{05BF1031-B810-400C-8C4D-DAAE7EE5794A}" type="presParOf" srcId="{48E83ED5-6301-4E5B-A202-55ED1F048E13}" destId="{5783B37F-5844-45AC-86D6-D35AB9D25D3F}" srcOrd="3" destOrd="0" presId="urn:microsoft.com/office/officeart/2005/8/layout/vList2"/>
    <dgm:cxn modelId="{E751D85C-967C-4DAE-80C2-F25FE297DEB0}" type="presParOf" srcId="{48E83ED5-6301-4E5B-A202-55ED1F048E13}" destId="{03790927-3CCA-4286-A2E6-B5538749B65B}" srcOrd="4" destOrd="0" presId="urn:microsoft.com/office/officeart/2005/8/layout/vList2"/>
    <dgm:cxn modelId="{C0664A83-850A-447D-BBC1-1B49DA5C96F9}" type="presParOf" srcId="{48E83ED5-6301-4E5B-A202-55ED1F048E13}" destId="{B45055ED-FFC1-480B-8447-D5308366B618}" srcOrd="5" destOrd="0" presId="urn:microsoft.com/office/officeart/2005/8/layout/vList2"/>
    <dgm:cxn modelId="{CB61D26F-70CE-4290-8D04-43557EBFB02D}" type="presParOf" srcId="{48E83ED5-6301-4E5B-A202-55ED1F048E13}" destId="{423DB1BF-8F4F-4694-8B4A-3B0CC37170C0}" srcOrd="6" destOrd="0" presId="urn:microsoft.com/office/officeart/2005/8/layout/vList2"/>
    <dgm:cxn modelId="{FBDA70BB-C65D-4DA7-AA14-BD0F6C1E5461}" type="presParOf" srcId="{48E83ED5-6301-4E5B-A202-55ED1F048E13}" destId="{C99A42F1-43B7-4D8D-AAE1-D617B3269846}" srcOrd="7" destOrd="0" presId="urn:microsoft.com/office/officeart/2005/8/layout/vList2"/>
    <dgm:cxn modelId="{E89A6180-2307-4B1F-8F36-9B72C892EAA6}" type="presParOf" srcId="{48E83ED5-6301-4E5B-A202-55ED1F048E13}" destId="{3B4B9C3C-7704-4C03-AB87-B0EC066C5E73}" srcOrd="8" destOrd="0" presId="urn:microsoft.com/office/officeart/2005/8/layout/vList2"/>
    <dgm:cxn modelId="{9D8BC2BA-B831-4B1F-88F9-BCAA37036C7E}" type="presParOf" srcId="{48E83ED5-6301-4E5B-A202-55ED1F048E13}" destId="{2F3F0816-AB03-4DB2-A1BE-A628B49D74AC}" srcOrd="9" destOrd="0" presId="urn:microsoft.com/office/officeart/2005/8/layout/vList2"/>
    <dgm:cxn modelId="{950F9E7A-1FD9-4C80-ABCC-510D2F05D2AB}" type="presParOf" srcId="{48E83ED5-6301-4E5B-A202-55ED1F048E13}" destId="{DB0C0B35-D583-4D01-8A8B-1EAE781974A9}"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18FD087-EBCA-40C0-A1AA-CD0098003B2A}" type="doc">
      <dgm:prSet loTypeId="urn:microsoft.com/office/officeart/2005/8/layout/vProcess5" loCatId="process" qsTypeId="urn:microsoft.com/office/officeart/2005/8/quickstyle/simple4" qsCatId="simple" csTypeId="urn:microsoft.com/office/officeart/2005/8/colors/accent2_2" csCatId="accent2"/>
      <dgm:spPr/>
      <dgm:t>
        <a:bodyPr/>
        <a:lstStyle/>
        <a:p>
          <a:endParaRPr lang="en-US"/>
        </a:p>
      </dgm:t>
    </dgm:pt>
    <dgm:pt modelId="{F07ACFAC-A851-4BC1-8561-BD586004A409}">
      <dgm:prSet/>
      <dgm:spPr/>
      <dgm:t>
        <a:bodyPr/>
        <a:lstStyle/>
        <a:p>
          <a:r>
            <a:rPr lang="en-US"/>
            <a:t>Meetings becoming more student-centered</a:t>
          </a:r>
        </a:p>
      </dgm:t>
    </dgm:pt>
    <dgm:pt modelId="{5AACA45C-2441-43E1-8AEE-3A62085E932C}" type="parTrans" cxnId="{5D2CCED9-B89D-4031-9A34-547612D5CA11}">
      <dgm:prSet/>
      <dgm:spPr/>
      <dgm:t>
        <a:bodyPr/>
        <a:lstStyle/>
        <a:p>
          <a:endParaRPr lang="en-US"/>
        </a:p>
      </dgm:t>
    </dgm:pt>
    <dgm:pt modelId="{466BDC46-6258-4F4D-9765-099A0CA60494}" type="sibTrans" cxnId="{5D2CCED9-B89D-4031-9A34-547612D5CA11}">
      <dgm:prSet/>
      <dgm:spPr/>
      <dgm:t>
        <a:bodyPr/>
        <a:lstStyle/>
        <a:p>
          <a:endParaRPr lang="en-US"/>
        </a:p>
      </dgm:t>
    </dgm:pt>
    <dgm:pt modelId="{9F8494C1-BD50-43FC-A9B4-ADDFAC796DEE}">
      <dgm:prSet/>
      <dgm:spPr/>
      <dgm:t>
        <a:bodyPr/>
        <a:lstStyle/>
        <a:p>
          <a:r>
            <a:rPr lang="en-US"/>
            <a:t>Students have the opportunity to practice self-determination skills in authentic settings</a:t>
          </a:r>
        </a:p>
      </dgm:t>
    </dgm:pt>
    <dgm:pt modelId="{ADDF9489-E62E-40BD-8815-85360BA58B70}" type="parTrans" cxnId="{BF4D63BE-1588-4917-843F-1615C4E4C61E}">
      <dgm:prSet/>
      <dgm:spPr/>
      <dgm:t>
        <a:bodyPr/>
        <a:lstStyle/>
        <a:p>
          <a:endParaRPr lang="en-US"/>
        </a:p>
      </dgm:t>
    </dgm:pt>
    <dgm:pt modelId="{400E1249-6A9C-4F1B-93A2-E42108F89F91}" type="sibTrans" cxnId="{BF4D63BE-1588-4917-843F-1615C4E4C61E}">
      <dgm:prSet/>
      <dgm:spPr/>
      <dgm:t>
        <a:bodyPr/>
        <a:lstStyle/>
        <a:p>
          <a:endParaRPr lang="en-US"/>
        </a:p>
      </dgm:t>
    </dgm:pt>
    <dgm:pt modelId="{9F4F854A-A5E8-4AC8-A5C8-8C0910DE80E6}">
      <dgm:prSet/>
      <dgm:spPr/>
      <dgm:t>
        <a:bodyPr/>
        <a:lstStyle/>
        <a:p>
          <a:r>
            <a:rPr lang="en-US"/>
            <a:t>Adults in the IEP meetings note increased efforts to solve problems collaboratively.</a:t>
          </a:r>
        </a:p>
      </dgm:t>
    </dgm:pt>
    <dgm:pt modelId="{6122F5FD-ACC5-47C9-B14C-7C8AC7D4BA4B}" type="parTrans" cxnId="{1E954BBD-705B-467D-9D8F-D2921C1A8EF8}">
      <dgm:prSet/>
      <dgm:spPr/>
      <dgm:t>
        <a:bodyPr/>
        <a:lstStyle/>
        <a:p>
          <a:endParaRPr lang="en-US"/>
        </a:p>
      </dgm:t>
    </dgm:pt>
    <dgm:pt modelId="{48C4BE17-3638-495A-9054-8E5B976EBD1D}" type="sibTrans" cxnId="{1E954BBD-705B-467D-9D8F-D2921C1A8EF8}">
      <dgm:prSet/>
      <dgm:spPr/>
      <dgm:t>
        <a:bodyPr/>
        <a:lstStyle/>
        <a:p>
          <a:endParaRPr lang="en-US"/>
        </a:p>
      </dgm:t>
    </dgm:pt>
    <dgm:pt modelId="{54498672-7E28-4DDF-A9D1-4C87B2F5D55E}" type="pres">
      <dgm:prSet presAssocID="{118FD087-EBCA-40C0-A1AA-CD0098003B2A}" presName="outerComposite" presStyleCnt="0">
        <dgm:presLayoutVars>
          <dgm:chMax val="5"/>
          <dgm:dir/>
          <dgm:resizeHandles val="exact"/>
        </dgm:presLayoutVars>
      </dgm:prSet>
      <dgm:spPr/>
    </dgm:pt>
    <dgm:pt modelId="{C133E94D-0831-4A47-A867-1E803A7448D4}" type="pres">
      <dgm:prSet presAssocID="{118FD087-EBCA-40C0-A1AA-CD0098003B2A}" presName="dummyMaxCanvas" presStyleCnt="0">
        <dgm:presLayoutVars/>
      </dgm:prSet>
      <dgm:spPr/>
    </dgm:pt>
    <dgm:pt modelId="{63CCE5A5-8CCE-460F-85A7-1758D40C4503}" type="pres">
      <dgm:prSet presAssocID="{118FD087-EBCA-40C0-A1AA-CD0098003B2A}" presName="ThreeNodes_1" presStyleLbl="node1" presStyleIdx="0" presStyleCnt="3">
        <dgm:presLayoutVars>
          <dgm:bulletEnabled val="1"/>
        </dgm:presLayoutVars>
      </dgm:prSet>
      <dgm:spPr/>
    </dgm:pt>
    <dgm:pt modelId="{A3276768-835F-4EB2-A6DC-6AE819493484}" type="pres">
      <dgm:prSet presAssocID="{118FD087-EBCA-40C0-A1AA-CD0098003B2A}" presName="ThreeNodes_2" presStyleLbl="node1" presStyleIdx="1" presStyleCnt="3" custLinFactNeighborX="-683">
        <dgm:presLayoutVars>
          <dgm:bulletEnabled val="1"/>
        </dgm:presLayoutVars>
      </dgm:prSet>
      <dgm:spPr/>
    </dgm:pt>
    <dgm:pt modelId="{04BBEF6B-8AF3-424E-8B4F-EDFF71C075E2}" type="pres">
      <dgm:prSet presAssocID="{118FD087-EBCA-40C0-A1AA-CD0098003B2A}" presName="ThreeNodes_3" presStyleLbl="node1" presStyleIdx="2" presStyleCnt="3">
        <dgm:presLayoutVars>
          <dgm:bulletEnabled val="1"/>
        </dgm:presLayoutVars>
      </dgm:prSet>
      <dgm:spPr/>
    </dgm:pt>
    <dgm:pt modelId="{A792C8E9-F008-4D82-AC67-0EEEE72F7676}" type="pres">
      <dgm:prSet presAssocID="{118FD087-EBCA-40C0-A1AA-CD0098003B2A}" presName="ThreeConn_1-2" presStyleLbl="fgAccFollowNode1" presStyleIdx="0" presStyleCnt="2">
        <dgm:presLayoutVars>
          <dgm:bulletEnabled val="1"/>
        </dgm:presLayoutVars>
      </dgm:prSet>
      <dgm:spPr/>
    </dgm:pt>
    <dgm:pt modelId="{9D634C2C-74A3-45D9-BD83-B712E65F4922}" type="pres">
      <dgm:prSet presAssocID="{118FD087-EBCA-40C0-A1AA-CD0098003B2A}" presName="ThreeConn_2-3" presStyleLbl="fgAccFollowNode1" presStyleIdx="1" presStyleCnt="2">
        <dgm:presLayoutVars>
          <dgm:bulletEnabled val="1"/>
        </dgm:presLayoutVars>
      </dgm:prSet>
      <dgm:spPr/>
    </dgm:pt>
    <dgm:pt modelId="{8007F419-8826-42DB-A88C-3225F142F53F}" type="pres">
      <dgm:prSet presAssocID="{118FD087-EBCA-40C0-A1AA-CD0098003B2A}" presName="ThreeNodes_1_text" presStyleLbl="node1" presStyleIdx="2" presStyleCnt="3">
        <dgm:presLayoutVars>
          <dgm:bulletEnabled val="1"/>
        </dgm:presLayoutVars>
      </dgm:prSet>
      <dgm:spPr/>
    </dgm:pt>
    <dgm:pt modelId="{46E6B52E-21D1-4514-897C-A6CE7C163798}" type="pres">
      <dgm:prSet presAssocID="{118FD087-EBCA-40C0-A1AA-CD0098003B2A}" presName="ThreeNodes_2_text" presStyleLbl="node1" presStyleIdx="2" presStyleCnt="3">
        <dgm:presLayoutVars>
          <dgm:bulletEnabled val="1"/>
        </dgm:presLayoutVars>
      </dgm:prSet>
      <dgm:spPr/>
    </dgm:pt>
    <dgm:pt modelId="{F31BA0CC-C4DE-4D19-B9B6-90637B3A3BDD}" type="pres">
      <dgm:prSet presAssocID="{118FD087-EBCA-40C0-A1AA-CD0098003B2A}" presName="ThreeNodes_3_text" presStyleLbl="node1" presStyleIdx="2" presStyleCnt="3">
        <dgm:presLayoutVars>
          <dgm:bulletEnabled val="1"/>
        </dgm:presLayoutVars>
      </dgm:prSet>
      <dgm:spPr/>
    </dgm:pt>
  </dgm:ptLst>
  <dgm:cxnLst>
    <dgm:cxn modelId="{9F379306-A7FB-4CB9-B1EA-CD31EFA8A4C3}" type="presOf" srcId="{400E1249-6A9C-4F1B-93A2-E42108F89F91}" destId="{9D634C2C-74A3-45D9-BD83-B712E65F4922}" srcOrd="0" destOrd="0" presId="urn:microsoft.com/office/officeart/2005/8/layout/vProcess5"/>
    <dgm:cxn modelId="{DE0DEF1D-E026-4398-8227-0C74E20ADBFE}" type="presOf" srcId="{9F8494C1-BD50-43FC-A9B4-ADDFAC796DEE}" destId="{A3276768-835F-4EB2-A6DC-6AE819493484}" srcOrd="0" destOrd="0" presId="urn:microsoft.com/office/officeart/2005/8/layout/vProcess5"/>
    <dgm:cxn modelId="{E4866842-97A7-42A1-BE7C-5BB1E2ECCE43}" type="presOf" srcId="{466BDC46-6258-4F4D-9765-099A0CA60494}" destId="{A792C8E9-F008-4D82-AC67-0EEEE72F7676}" srcOrd="0" destOrd="0" presId="urn:microsoft.com/office/officeart/2005/8/layout/vProcess5"/>
    <dgm:cxn modelId="{3CEFCC56-6115-446D-8C43-12FCF8390E0C}" type="presOf" srcId="{118FD087-EBCA-40C0-A1AA-CD0098003B2A}" destId="{54498672-7E28-4DDF-A9D1-4C87B2F5D55E}" srcOrd="0" destOrd="0" presId="urn:microsoft.com/office/officeart/2005/8/layout/vProcess5"/>
    <dgm:cxn modelId="{AECBC758-E47C-4CEB-B5F9-8D025CB34244}" type="presOf" srcId="{9F8494C1-BD50-43FC-A9B4-ADDFAC796DEE}" destId="{46E6B52E-21D1-4514-897C-A6CE7C163798}" srcOrd="1" destOrd="0" presId="urn:microsoft.com/office/officeart/2005/8/layout/vProcess5"/>
    <dgm:cxn modelId="{C826C6B4-96CE-45CD-988E-4E98FB9EBE10}" type="presOf" srcId="{9F4F854A-A5E8-4AC8-A5C8-8C0910DE80E6}" destId="{04BBEF6B-8AF3-424E-8B4F-EDFF71C075E2}" srcOrd="0" destOrd="0" presId="urn:microsoft.com/office/officeart/2005/8/layout/vProcess5"/>
    <dgm:cxn modelId="{1E954BBD-705B-467D-9D8F-D2921C1A8EF8}" srcId="{118FD087-EBCA-40C0-A1AA-CD0098003B2A}" destId="{9F4F854A-A5E8-4AC8-A5C8-8C0910DE80E6}" srcOrd="2" destOrd="0" parTransId="{6122F5FD-ACC5-47C9-B14C-7C8AC7D4BA4B}" sibTransId="{48C4BE17-3638-495A-9054-8E5B976EBD1D}"/>
    <dgm:cxn modelId="{BF4D63BE-1588-4917-843F-1615C4E4C61E}" srcId="{118FD087-EBCA-40C0-A1AA-CD0098003B2A}" destId="{9F8494C1-BD50-43FC-A9B4-ADDFAC796DEE}" srcOrd="1" destOrd="0" parTransId="{ADDF9489-E62E-40BD-8815-85360BA58B70}" sibTransId="{400E1249-6A9C-4F1B-93A2-E42108F89F91}"/>
    <dgm:cxn modelId="{4D6A19D9-0953-45D7-8B9E-D4EDF985F617}" type="presOf" srcId="{F07ACFAC-A851-4BC1-8561-BD586004A409}" destId="{63CCE5A5-8CCE-460F-85A7-1758D40C4503}" srcOrd="0" destOrd="0" presId="urn:microsoft.com/office/officeart/2005/8/layout/vProcess5"/>
    <dgm:cxn modelId="{5D2CCED9-B89D-4031-9A34-547612D5CA11}" srcId="{118FD087-EBCA-40C0-A1AA-CD0098003B2A}" destId="{F07ACFAC-A851-4BC1-8561-BD586004A409}" srcOrd="0" destOrd="0" parTransId="{5AACA45C-2441-43E1-8AEE-3A62085E932C}" sibTransId="{466BDC46-6258-4F4D-9765-099A0CA60494}"/>
    <dgm:cxn modelId="{216ABBE8-4CDD-44DC-ACBA-366495EB014A}" type="presOf" srcId="{F07ACFAC-A851-4BC1-8561-BD586004A409}" destId="{8007F419-8826-42DB-A88C-3225F142F53F}" srcOrd="1" destOrd="0" presId="urn:microsoft.com/office/officeart/2005/8/layout/vProcess5"/>
    <dgm:cxn modelId="{2FD33CF1-4CFA-4D60-9D48-02E178A769A4}" type="presOf" srcId="{9F4F854A-A5E8-4AC8-A5C8-8C0910DE80E6}" destId="{F31BA0CC-C4DE-4D19-B9B6-90637B3A3BDD}" srcOrd="1" destOrd="0" presId="urn:microsoft.com/office/officeart/2005/8/layout/vProcess5"/>
    <dgm:cxn modelId="{4FFDE536-2A0D-4140-96F6-585FED786455}" type="presParOf" srcId="{54498672-7E28-4DDF-A9D1-4C87B2F5D55E}" destId="{C133E94D-0831-4A47-A867-1E803A7448D4}" srcOrd="0" destOrd="0" presId="urn:microsoft.com/office/officeart/2005/8/layout/vProcess5"/>
    <dgm:cxn modelId="{D6627378-4B29-46B7-ABF1-C5043D11FD67}" type="presParOf" srcId="{54498672-7E28-4DDF-A9D1-4C87B2F5D55E}" destId="{63CCE5A5-8CCE-460F-85A7-1758D40C4503}" srcOrd="1" destOrd="0" presId="urn:microsoft.com/office/officeart/2005/8/layout/vProcess5"/>
    <dgm:cxn modelId="{4CABAED6-BD9D-434E-BB36-63D0EB35F2C2}" type="presParOf" srcId="{54498672-7E28-4DDF-A9D1-4C87B2F5D55E}" destId="{A3276768-835F-4EB2-A6DC-6AE819493484}" srcOrd="2" destOrd="0" presId="urn:microsoft.com/office/officeart/2005/8/layout/vProcess5"/>
    <dgm:cxn modelId="{FBDA2DAA-71D3-459F-BDDE-E0D876D279E3}" type="presParOf" srcId="{54498672-7E28-4DDF-A9D1-4C87B2F5D55E}" destId="{04BBEF6B-8AF3-424E-8B4F-EDFF71C075E2}" srcOrd="3" destOrd="0" presId="urn:microsoft.com/office/officeart/2005/8/layout/vProcess5"/>
    <dgm:cxn modelId="{5A532DC8-59C8-468B-8A32-326B912D3D5B}" type="presParOf" srcId="{54498672-7E28-4DDF-A9D1-4C87B2F5D55E}" destId="{A792C8E9-F008-4D82-AC67-0EEEE72F7676}" srcOrd="4" destOrd="0" presId="urn:microsoft.com/office/officeart/2005/8/layout/vProcess5"/>
    <dgm:cxn modelId="{43FD9C48-2F4C-4843-896D-6A12B403681E}" type="presParOf" srcId="{54498672-7E28-4DDF-A9D1-4C87B2F5D55E}" destId="{9D634C2C-74A3-45D9-BD83-B712E65F4922}" srcOrd="5" destOrd="0" presId="urn:microsoft.com/office/officeart/2005/8/layout/vProcess5"/>
    <dgm:cxn modelId="{9FCFEFE1-4D1A-4B8F-8DD5-B379D5A1B112}" type="presParOf" srcId="{54498672-7E28-4DDF-A9D1-4C87B2F5D55E}" destId="{8007F419-8826-42DB-A88C-3225F142F53F}" srcOrd="6" destOrd="0" presId="urn:microsoft.com/office/officeart/2005/8/layout/vProcess5"/>
    <dgm:cxn modelId="{5E460043-3938-4796-98A9-62F1A4A264E6}" type="presParOf" srcId="{54498672-7E28-4DDF-A9D1-4C87B2F5D55E}" destId="{46E6B52E-21D1-4514-897C-A6CE7C163798}" srcOrd="7" destOrd="0" presId="urn:microsoft.com/office/officeart/2005/8/layout/vProcess5"/>
    <dgm:cxn modelId="{9A2A0E7C-82C8-4163-B46D-AD78F7519519}" type="presParOf" srcId="{54498672-7E28-4DDF-A9D1-4C87B2F5D55E}" destId="{F31BA0CC-C4DE-4D19-B9B6-90637B3A3BDD}"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FEF559-C0DA-4805-8A69-6C2D8488876B}">
      <dsp:nvSpPr>
        <dsp:cNvPr id="0" name=""/>
        <dsp:cNvSpPr/>
      </dsp:nvSpPr>
      <dsp:spPr>
        <a:xfrm>
          <a:off x="191" y="388199"/>
          <a:ext cx="514434" cy="51443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28E774-8731-405B-8083-E97B8A70FDB6}">
      <dsp:nvSpPr>
        <dsp:cNvPr id="0" name=""/>
        <dsp:cNvSpPr/>
      </dsp:nvSpPr>
      <dsp:spPr>
        <a:xfrm>
          <a:off x="108222" y="496230"/>
          <a:ext cx="298371" cy="2983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F35098-E27A-4C2F-A2E4-378C5B4E86F1}">
      <dsp:nvSpPr>
        <dsp:cNvPr id="0" name=""/>
        <dsp:cNvSpPr/>
      </dsp:nvSpPr>
      <dsp:spPr>
        <a:xfrm>
          <a:off x="624861" y="388199"/>
          <a:ext cx="1212595" cy="514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kern="1200" dirty="0"/>
            <a:t>Use a variety of transition assessments (2+)</a:t>
          </a:r>
        </a:p>
      </dsp:txBody>
      <dsp:txXfrm>
        <a:off x="624861" y="388199"/>
        <a:ext cx="1212595" cy="514434"/>
      </dsp:txXfrm>
    </dsp:sp>
    <dsp:sp modelId="{54CE4239-2043-4744-997B-54E725A0B0B3}">
      <dsp:nvSpPr>
        <dsp:cNvPr id="0" name=""/>
        <dsp:cNvSpPr/>
      </dsp:nvSpPr>
      <dsp:spPr>
        <a:xfrm>
          <a:off x="2048742" y="388199"/>
          <a:ext cx="514434" cy="51443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0CAFE5-AD52-44F7-9761-578EE0FF6EB3}">
      <dsp:nvSpPr>
        <dsp:cNvPr id="0" name=""/>
        <dsp:cNvSpPr/>
      </dsp:nvSpPr>
      <dsp:spPr>
        <a:xfrm>
          <a:off x="2156773" y="496230"/>
          <a:ext cx="298371" cy="2983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EC6479-D7D1-465F-BD5B-929306EA0123}">
      <dsp:nvSpPr>
        <dsp:cNvPr id="0" name=""/>
        <dsp:cNvSpPr/>
      </dsp:nvSpPr>
      <dsp:spPr>
        <a:xfrm>
          <a:off x="2673413" y="388199"/>
          <a:ext cx="1212595" cy="514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kern="1200"/>
            <a:t>Update transition assessments ANNUALLY</a:t>
          </a:r>
        </a:p>
      </dsp:txBody>
      <dsp:txXfrm>
        <a:off x="2673413" y="388199"/>
        <a:ext cx="1212595" cy="514434"/>
      </dsp:txXfrm>
    </dsp:sp>
    <dsp:sp modelId="{0B656B4A-C32B-4EC1-B201-58D118212595}">
      <dsp:nvSpPr>
        <dsp:cNvPr id="0" name=""/>
        <dsp:cNvSpPr/>
      </dsp:nvSpPr>
      <dsp:spPr>
        <a:xfrm>
          <a:off x="191" y="1374534"/>
          <a:ext cx="514434" cy="51443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2E289C-37CC-4418-9D86-E6544D282536}">
      <dsp:nvSpPr>
        <dsp:cNvPr id="0" name=""/>
        <dsp:cNvSpPr/>
      </dsp:nvSpPr>
      <dsp:spPr>
        <a:xfrm>
          <a:off x="108222" y="1482566"/>
          <a:ext cx="298371" cy="2983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BFD0249-D806-4662-A2EC-EE81273E7C22}">
      <dsp:nvSpPr>
        <dsp:cNvPr id="0" name=""/>
        <dsp:cNvSpPr/>
      </dsp:nvSpPr>
      <dsp:spPr>
        <a:xfrm>
          <a:off x="624861" y="1374534"/>
          <a:ext cx="1212595" cy="514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kern="1200"/>
            <a:t>Use at least one FORMAL assessment</a:t>
          </a:r>
        </a:p>
      </dsp:txBody>
      <dsp:txXfrm>
        <a:off x="624861" y="1374534"/>
        <a:ext cx="1212595" cy="514434"/>
      </dsp:txXfrm>
    </dsp:sp>
    <dsp:sp modelId="{7314D312-C385-4605-8D37-AB9654E16F92}">
      <dsp:nvSpPr>
        <dsp:cNvPr id="0" name=""/>
        <dsp:cNvSpPr/>
      </dsp:nvSpPr>
      <dsp:spPr>
        <a:xfrm>
          <a:off x="2048742" y="1374534"/>
          <a:ext cx="514434" cy="51443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22E6EF-7CAD-4C77-B82E-D95B4976CA50}">
      <dsp:nvSpPr>
        <dsp:cNvPr id="0" name=""/>
        <dsp:cNvSpPr/>
      </dsp:nvSpPr>
      <dsp:spPr>
        <a:xfrm>
          <a:off x="2156773" y="1482566"/>
          <a:ext cx="298371" cy="2983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0E6278-8523-4440-8674-8316B9EA1D65}">
      <dsp:nvSpPr>
        <dsp:cNvPr id="0" name=""/>
        <dsp:cNvSpPr/>
      </dsp:nvSpPr>
      <dsp:spPr>
        <a:xfrm>
          <a:off x="2673413" y="1374534"/>
          <a:ext cx="1212595" cy="514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kern="1200"/>
            <a:t>Reflect student's skills and interests</a:t>
          </a:r>
        </a:p>
      </dsp:txBody>
      <dsp:txXfrm>
        <a:off x="2673413" y="1374534"/>
        <a:ext cx="1212595" cy="514434"/>
      </dsp:txXfrm>
    </dsp:sp>
    <dsp:sp modelId="{A29318A0-06A0-4096-996D-8F33A1E66D45}">
      <dsp:nvSpPr>
        <dsp:cNvPr id="0" name=""/>
        <dsp:cNvSpPr/>
      </dsp:nvSpPr>
      <dsp:spPr>
        <a:xfrm>
          <a:off x="191" y="2360870"/>
          <a:ext cx="514434" cy="51443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64CBB1-49BE-4549-A8F0-06E3D7450B49}">
      <dsp:nvSpPr>
        <dsp:cNvPr id="0" name=""/>
        <dsp:cNvSpPr/>
      </dsp:nvSpPr>
      <dsp:spPr>
        <a:xfrm>
          <a:off x="108222" y="2468901"/>
          <a:ext cx="298371" cy="2983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ADAAFD-22A4-4DC4-9869-F0AB3AB471E3}">
      <dsp:nvSpPr>
        <dsp:cNvPr id="0" name=""/>
        <dsp:cNvSpPr/>
      </dsp:nvSpPr>
      <dsp:spPr>
        <a:xfrm>
          <a:off x="624861" y="2360870"/>
          <a:ext cx="1212595" cy="514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kern="1200"/>
            <a:t>Tailored to student’s NEEDS</a:t>
          </a:r>
        </a:p>
      </dsp:txBody>
      <dsp:txXfrm>
        <a:off x="624861" y="2360870"/>
        <a:ext cx="1212595" cy="514434"/>
      </dsp:txXfrm>
    </dsp:sp>
    <dsp:sp modelId="{3197DD53-752A-4C60-96DF-1DB0739F2B45}">
      <dsp:nvSpPr>
        <dsp:cNvPr id="0" name=""/>
        <dsp:cNvSpPr/>
      </dsp:nvSpPr>
      <dsp:spPr>
        <a:xfrm>
          <a:off x="2048742" y="2360870"/>
          <a:ext cx="514434" cy="51443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73B3B5-1573-4227-9DBF-F493C604A042}">
      <dsp:nvSpPr>
        <dsp:cNvPr id="0" name=""/>
        <dsp:cNvSpPr/>
      </dsp:nvSpPr>
      <dsp:spPr>
        <a:xfrm>
          <a:off x="2156773" y="2468901"/>
          <a:ext cx="298371" cy="2983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26D204-EAB2-4F74-905E-09A4F3E11443}">
      <dsp:nvSpPr>
        <dsp:cNvPr id="0" name=""/>
        <dsp:cNvSpPr/>
      </dsp:nvSpPr>
      <dsp:spPr>
        <a:xfrm>
          <a:off x="2673413" y="2360870"/>
          <a:ext cx="1212595" cy="514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kern="1200"/>
            <a:t>Include a series of practical goals</a:t>
          </a:r>
        </a:p>
      </dsp:txBody>
      <dsp:txXfrm>
        <a:off x="2673413" y="2360870"/>
        <a:ext cx="1212595" cy="5144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A90ED6-5AEA-48BD-B7B1-9D9B34C2E75D}">
      <dsp:nvSpPr>
        <dsp:cNvPr id="0" name=""/>
        <dsp:cNvSpPr/>
      </dsp:nvSpPr>
      <dsp:spPr>
        <a:xfrm>
          <a:off x="0" y="47589"/>
          <a:ext cx="4629150" cy="5405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Important social skills</a:t>
          </a:r>
        </a:p>
      </dsp:txBody>
      <dsp:txXfrm>
        <a:off x="26387" y="73976"/>
        <a:ext cx="4576376" cy="487766"/>
      </dsp:txXfrm>
    </dsp:sp>
    <dsp:sp modelId="{2A9DA969-A57B-4C77-96DD-A800E906BC31}">
      <dsp:nvSpPr>
        <dsp:cNvPr id="0" name=""/>
        <dsp:cNvSpPr/>
      </dsp:nvSpPr>
      <dsp:spPr>
        <a:xfrm>
          <a:off x="0" y="651489"/>
          <a:ext cx="4629150" cy="5405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Self-advocacy</a:t>
          </a:r>
        </a:p>
      </dsp:txBody>
      <dsp:txXfrm>
        <a:off x="26387" y="677876"/>
        <a:ext cx="4576376" cy="487766"/>
      </dsp:txXfrm>
    </dsp:sp>
    <dsp:sp modelId="{03790927-3CCA-4286-A2E6-B5538749B65B}">
      <dsp:nvSpPr>
        <dsp:cNvPr id="0" name=""/>
        <dsp:cNvSpPr/>
      </dsp:nvSpPr>
      <dsp:spPr>
        <a:xfrm>
          <a:off x="0" y="1255389"/>
          <a:ext cx="4629150" cy="5405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Public speaking</a:t>
          </a:r>
        </a:p>
      </dsp:txBody>
      <dsp:txXfrm>
        <a:off x="26387" y="1281776"/>
        <a:ext cx="4576376" cy="487766"/>
      </dsp:txXfrm>
    </dsp:sp>
    <dsp:sp modelId="{423DB1BF-8F4F-4694-8B4A-3B0CC37170C0}">
      <dsp:nvSpPr>
        <dsp:cNvPr id="0" name=""/>
        <dsp:cNvSpPr/>
      </dsp:nvSpPr>
      <dsp:spPr>
        <a:xfrm>
          <a:off x="0" y="1859289"/>
          <a:ext cx="4629150" cy="5405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Self-evaluation</a:t>
          </a:r>
        </a:p>
      </dsp:txBody>
      <dsp:txXfrm>
        <a:off x="26387" y="1885676"/>
        <a:ext cx="4576376" cy="487766"/>
      </dsp:txXfrm>
    </dsp:sp>
    <dsp:sp modelId="{3B4B9C3C-7704-4C03-AB87-B0EC066C5E73}">
      <dsp:nvSpPr>
        <dsp:cNvPr id="0" name=""/>
        <dsp:cNvSpPr/>
      </dsp:nvSpPr>
      <dsp:spPr>
        <a:xfrm>
          <a:off x="0" y="2463189"/>
          <a:ext cx="4629150" cy="5405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Mediation Skills</a:t>
          </a:r>
        </a:p>
      </dsp:txBody>
      <dsp:txXfrm>
        <a:off x="26387" y="2489576"/>
        <a:ext cx="4576376" cy="487766"/>
      </dsp:txXfrm>
    </dsp:sp>
    <dsp:sp modelId="{DB0C0B35-D583-4D01-8A8B-1EAE781974A9}">
      <dsp:nvSpPr>
        <dsp:cNvPr id="0" name=""/>
        <dsp:cNvSpPr/>
      </dsp:nvSpPr>
      <dsp:spPr>
        <a:xfrm>
          <a:off x="0" y="3067089"/>
          <a:ext cx="4629150" cy="5405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Goal setting and attainment</a:t>
          </a:r>
        </a:p>
      </dsp:txBody>
      <dsp:txXfrm>
        <a:off x="26387" y="3093476"/>
        <a:ext cx="4576376" cy="4877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CCE5A5-8CCE-460F-85A7-1758D40C4503}">
      <dsp:nvSpPr>
        <dsp:cNvPr id="0" name=""/>
        <dsp:cNvSpPr/>
      </dsp:nvSpPr>
      <dsp:spPr>
        <a:xfrm>
          <a:off x="0" y="0"/>
          <a:ext cx="3303270" cy="979051"/>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Meetings becoming more student-centered</a:t>
          </a:r>
        </a:p>
      </dsp:txBody>
      <dsp:txXfrm>
        <a:off x="28675" y="28675"/>
        <a:ext cx="2246798" cy="921701"/>
      </dsp:txXfrm>
    </dsp:sp>
    <dsp:sp modelId="{A3276768-835F-4EB2-A6DC-6AE819493484}">
      <dsp:nvSpPr>
        <dsp:cNvPr id="0" name=""/>
        <dsp:cNvSpPr/>
      </dsp:nvSpPr>
      <dsp:spPr>
        <a:xfrm>
          <a:off x="268903" y="1142226"/>
          <a:ext cx="3303270" cy="979051"/>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Students have the opportunity to practice self-determination skills in authentic settings</a:t>
          </a:r>
        </a:p>
      </dsp:txBody>
      <dsp:txXfrm>
        <a:off x="297578" y="1170901"/>
        <a:ext cx="2318071" cy="921701"/>
      </dsp:txXfrm>
    </dsp:sp>
    <dsp:sp modelId="{04BBEF6B-8AF3-424E-8B4F-EDFF71C075E2}">
      <dsp:nvSpPr>
        <dsp:cNvPr id="0" name=""/>
        <dsp:cNvSpPr/>
      </dsp:nvSpPr>
      <dsp:spPr>
        <a:xfrm>
          <a:off x="582929" y="2284452"/>
          <a:ext cx="3303270" cy="979051"/>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Adults in the IEP meetings note increased efforts to solve problems collaboratively.</a:t>
          </a:r>
        </a:p>
      </dsp:txBody>
      <dsp:txXfrm>
        <a:off x="611604" y="2313127"/>
        <a:ext cx="2318071" cy="921701"/>
      </dsp:txXfrm>
    </dsp:sp>
    <dsp:sp modelId="{A792C8E9-F008-4D82-AC67-0EEEE72F7676}">
      <dsp:nvSpPr>
        <dsp:cNvPr id="0" name=""/>
        <dsp:cNvSpPr/>
      </dsp:nvSpPr>
      <dsp:spPr>
        <a:xfrm>
          <a:off x="2666886" y="742447"/>
          <a:ext cx="636383" cy="636383"/>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2810072" y="742447"/>
        <a:ext cx="350011" cy="478878"/>
      </dsp:txXfrm>
    </dsp:sp>
    <dsp:sp modelId="{9D634C2C-74A3-45D9-BD83-B712E65F4922}">
      <dsp:nvSpPr>
        <dsp:cNvPr id="0" name=""/>
        <dsp:cNvSpPr/>
      </dsp:nvSpPr>
      <dsp:spPr>
        <a:xfrm>
          <a:off x="2958351" y="1878146"/>
          <a:ext cx="636383" cy="636383"/>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3101537" y="1878146"/>
        <a:ext cx="350011" cy="478878"/>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74523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6203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gb47398cd5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9" name="Google Shape;879;gb47398cd5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796ebedc0f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796ebedc0f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796ebedc0f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796ebedc0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31088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413811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621795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259743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911294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2940361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84339e5801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84339e5801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525146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463247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796ebedc0f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796ebedc0f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63613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14412797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b="0" dirty="0"/>
          </a:p>
        </p:txBody>
      </p:sp>
    </p:spTree>
    <p:extLst>
      <p:ext uri="{BB962C8B-B14F-4D97-AF65-F5344CB8AC3E}">
        <p14:creationId xmlns:p14="http://schemas.microsoft.com/office/powerpoint/2010/main" val="34819748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722853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34624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118939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450676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476700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211463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771067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9" name="Picture 18" descr="Plan Your Way OK - Pathways to Partnership Branding">
            <a:extLst>
              <a:ext uri="{FF2B5EF4-FFF2-40B4-BE49-F238E27FC236}">
                <a16:creationId xmlns:a16="http://schemas.microsoft.com/office/drawing/2014/main" id="{139458B0-30E7-2183-E0BC-314754192B05}"/>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0" y="0"/>
            <a:ext cx="9144000" cy="51435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4" name="Date Placeholder 3">
            <a:extLst>
              <a:ext uri="{FF2B5EF4-FFF2-40B4-BE49-F238E27FC236}">
                <a16:creationId xmlns:a16="http://schemas.microsoft.com/office/drawing/2014/main" id="{BECE081B-8AFD-D5FC-5BDA-93266454635F}"/>
              </a:ext>
            </a:extLst>
          </p:cNvPr>
          <p:cNvSpPr>
            <a:spLocks noGrp="1"/>
          </p:cNvSpPr>
          <p:nvPr>
            <p:ph type="dt" sz="half" idx="10"/>
          </p:nvPr>
        </p:nvSpPr>
        <p:spPr/>
        <p:txBody>
          <a:bodyPr/>
          <a:lstStyle/>
          <a:p>
            <a:fld id="{5A0FCB29-5841-415B-8794-5F64FD0A6698}" type="datetimeFigureOut">
              <a:rPr lang="en-US" smtClean="0"/>
              <a:t>4/13/2026</a:t>
            </a:fld>
            <a:endParaRPr lang="en-US" dirty="0"/>
          </a:p>
        </p:txBody>
      </p:sp>
      <p:sp>
        <p:nvSpPr>
          <p:cNvPr id="5" name="Footer Placeholder 4">
            <a:extLst>
              <a:ext uri="{FF2B5EF4-FFF2-40B4-BE49-F238E27FC236}">
                <a16:creationId xmlns:a16="http://schemas.microsoft.com/office/drawing/2014/main" id="{4D2B0962-935E-E563-68DF-7E0D400F6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B47A3-5400-C06D-FC82-EDF5C8B0CE6F}"/>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9" name="Picture 8" descr="Blue and white sign&#10;&#10;">
            <a:extLst>
              <a:ext uri="{FF2B5EF4-FFF2-40B4-BE49-F238E27FC236}">
                <a16:creationId xmlns:a16="http://schemas.microsoft.com/office/drawing/2014/main" id="{88FB3550-3282-2683-4046-E0A6CAF7B85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5615306" cy="1596465"/>
          </a:xfrm>
          <a:prstGeom prst="rect">
            <a:avLst/>
          </a:prstGeom>
        </p:spPr>
      </p:pic>
      <p:sp>
        <p:nvSpPr>
          <p:cNvPr id="10" name="TextBox 9">
            <a:extLst>
              <a:ext uri="{FF2B5EF4-FFF2-40B4-BE49-F238E27FC236}">
                <a16:creationId xmlns:a16="http://schemas.microsoft.com/office/drawing/2014/main" id="{B5896585-3E93-1142-5556-DB1C5C7297CF}"/>
              </a:ext>
            </a:extLst>
          </p:cNvPr>
          <p:cNvSpPr txBox="1">
            <a:spLocks/>
          </p:cNvSpPr>
          <p:nvPr/>
        </p:nvSpPr>
        <p:spPr>
          <a:xfrm>
            <a:off x="5021745" y="3079692"/>
            <a:ext cx="3766931" cy="1661993"/>
          </a:xfrm>
          <a:prstGeom prst="rect">
            <a:avLst/>
          </a:prstGeom>
          <a:noFill/>
        </p:spPr>
        <p:txBody>
          <a:bodyPr wrap="square" rtlCol="0">
            <a:spAutoFit/>
          </a:bodyPr>
          <a:lstStyle/>
          <a:p>
            <a:r>
              <a:rPr lang="en-US" sz="1200" b="1" dirty="0">
                <a:latin typeface="Atkinson Hyperlegible Next" pitchFamily="50" charset="0"/>
              </a:rPr>
              <a:t>OKLAHOMA STATE DEPARTMENT OF EDUCATION</a:t>
            </a:r>
          </a:p>
          <a:p>
            <a:r>
              <a:rPr lang="en-US" sz="4500" b="1" dirty="0">
                <a:solidFill>
                  <a:schemeClr val="bg1"/>
                </a:solidFill>
                <a:latin typeface="Atkinson Hyperlegible Next" pitchFamily="50" charset="0"/>
              </a:rPr>
              <a:t>Pathways to Partnership</a:t>
            </a:r>
          </a:p>
        </p:txBody>
      </p:sp>
    </p:spTree>
    <p:extLst>
      <p:ext uri="{BB962C8B-B14F-4D97-AF65-F5344CB8AC3E}">
        <p14:creationId xmlns:p14="http://schemas.microsoft.com/office/powerpoint/2010/main" val="124047004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4/13/2026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7" name="Picture 6" descr="A picture containing text, sign&#10;&#10;AI-generated content may be incorrect.">
            <a:extLst>
              <a:ext uri="{FF2B5EF4-FFF2-40B4-BE49-F238E27FC236}">
                <a16:creationId xmlns:a16="http://schemas.microsoft.com/office/drawing/2014/main" id="{57B7DEBE-00D3-4BD0-C762-E00DE9C300F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pic>
        <p:nvPicPr>
          <p:cNvPr id="10" name="Picture 9">
            <a:extLst>
              <a:ext uri="{FF2B5EF4-FFF2-40B4-BE49-F238E27FC236}">
                <a16:creationId xmlns:a16="http://schemas.microsoft.com/office/drawing/2014/main" id="{95D2809E-2FF8-ED01-3B87-17DF6F59A1A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4506685"/>
            <a:ext cx="3221736" cy="636815"/>
          </a:xfrm>
          <a:prstGeom prst="rect">
            <a:avLst/>
          </a:prstGeom>
        </p:spPr>
      </p:pic>
    </p:spTree>
    <p:extLst>
      <p:ext uri="{BB962C8B-B14F-4D97-AF65-F5344CB8AC3E}">
        <p14:creationId xmlns:p14="http://schemas.microsoft.com/office/powerpoint/2010/main" val="253752419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a:xfrm>
            <a:off x="628650" y="273844"/>
            <a:ext cx="7166508" cy="994172"/>
          </a:xfrm>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a:xfrm>
            <a:off x="628650" y="1369219"/>
            <a:ext cx="7166508"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4/13/2026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3" name="Rectangle 12">
            <a:extLst>
              <a:ext uri="{FF2B5EF4-FFF2-40B4-BE49-F238E27FC236}">
                <a16:creationId xmlns:a16="http://schemas.microsoft.com/office/drawing/2014/main" id="{89B9583A-406C-A9D9-1041-5F6E4A7AACCD}"/>
              </a:ext>
            </a:extLst>
          </p:cNvPr>
          <p:cNvSpPr/>
          <p:nvPr/>
        </p:nvSpPr>
        <p:spPr>
          <a:xfrm>
            <a:off x="7795158" y="0"/>
            <a:ext cx="1348842" cy="5143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descr="Plan Your Way OK Logo">
            <a:extLst>
              <a:ext uri="{FF2B5EF4-FFF2-40B4-BE49-F238E27FC236}">
                <a16:creationId xmlns:a16="http://schemas.microsoft.com/office/drawing/2014/main" id="{47FC278A-E5C4-C003-38CF-8DC7285E66B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5158" y="4712442"/>
            <a:ext cx="1348842" cy="383484"/>
          </a:xfrm>
          <a:prstGeom prst="rect">
            <a:avLst/>
          </a:prstGeom>
        </p:spPr>
      </p:pic>
      <p:pic>
        <p:nvPicPr>
          <p:cNvPr id="23" name="Picture 22" descr="Icon&#10;&#10;AI-generated content may be incorrect.">
            <a:extLst>
              <a:ext uri="{FF2B5EF4-FFF2-40B4-BE49-F238E27FC236}">
                <a16:creationId xmlns:a16="http://schemas.microsoft.com/office/drawing/2014/main" id="{0A7B53E6-04A1-72A3-5FED-8ACC283AD8A2}"/>
              </a:ext>
            </a:extLst>
          </p:cNvPr>
          <p:cNvPicPr>
            <a:picLocks noChangeAspect="1"/>
          </p:cNvPicPr>
          <p:nvPr/>
        </p:nvPicPr>
        <p:blipFill>
          <a:blip r:embed="rId3" cstate="email">
            <a:extLst>
              <a:ext uri="{28A0092B-C50C-407E-A947-70E740481C1C}">
                <a14:useLocalDpi xmlns:a14="http://schemas.microsoft.com/office/drawing/2010/main"/>
              </a:ext>
            </a:extLst>
          </a:blip>
          <a:srcRect r="43033"/>
          <a:stretch>
            <a:fillRect/>
          </a:stretch>
        </p:blipFill>
        <p:spPr>
          <a:xfrm>
            <a:off x="7610302" y="273844"/>
            <a:ext cx="1533698" cy="2692241"/>
          </a:xfrm>
          <a:custGeom>
            <a:avLst/>
            <a:gdLst>
              <a:gd name="connsiteX0" fmla="*/ 0 w 2044930"/>
              <a:gd name="connsiteY0" fmla="*/ 0 h 3589655"/>
              <a:gd name="connsiteX1" fmla="*/ 2044930 w 2044930"/>
              <a:gd name="connsiteY1" fmla="*/ 0 h 3589655"/>
              <a:gd name="connsiteX2" fmla="*/ 2044930 w 2044930"/>
              <a:gd name="connsiteY2" fmla="*/ 3589655 h 3589655"/>
              <a:gd name="connsiteX3" fmla="*/ 0 w 2044930"/>
              <a:gd name="connsiteY3" fmla="*/ 3589655 h 3589655"/>
            </a:gdLst>
            <a:ahLst/>
            <a:cxnLst>
              <a:cxn ang="0">
                <a:pos x="connsiteX0" y="connsiteY0"/>
              </a:cxn>
              <a:cxn ang="0">
                <a:pos x="connsiteX1" y="connsiteY1"/>
              </a:cxn>
              <a:cxn ang="0">
                <a:pos x="connsiteX2" y="connsiteY2"/>
              </a:cxn>
              <a:cxn ang="0">
                <a:pos x="connsiteX3" y="connsiteY3"/>
              </a:cxn>
            </a:cxnLst>
            <a:rect l="l" t="t" r="r" b="b"/>
            <a:pathLst>
              <a:path w="2044930" h="3589655">
                <a:moveTo>
                  <a:pt x="0" y="0"/>
                </a:moveTo>
                <a:lnTo>
                  <a:pt x="2044930" y="0"/>
                </a:lnTo>
                <a:lnTo>
                  <a:pt x="2044930" y="3589655"/>
                </a:lnTo>
                <a:lnTo>
                  <a:pt x="0" y="3589655"/>
                </a:lnTo>
                <a:close/>
              </a:path>
            </a:pathLst>
          </a:custGeom>
        </p:spPr>
      </p:pic>
    </p:spTree>
    <p:extLst>
      <p:ext uri="{BB962C8B-B14F-4D97-AF65-F5344CB8AC3E}">
        <p14:creationId xmlns:p14="http://schemas.microsoft.com/office/powerpoint/2010/main" val="36033533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a:xfrm>
            <a:off x="2143125" y="273844"/>
            <a:ext cx="6372225" cy="994172"/>
          </a:xfrm>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a:xfrm>
            <a:off x="2143125" y="1369219"/>
            <a:ext cx="6372225"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4/13/2026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3" name="Rectangle 12">
            <a:extLst>
              <a:ext uri="{FF2B5EF4-FFF2-40B4-BE49-F238E27FC236}">
                <a16:creationId xmlns:a16="http://schemas.microsoft.com/office/drawing/2014/main" id="{89B9583A-406C-A9D9-1041-5F6E4A7AACCD}"/>
              </a:ext>
            </a:extLst>
          </p:cNvPr>
          <p:cNvSpPr/>
          <p:nvPr/>
        </p:nvSpPr>
        <p:spPr>
          <a:xfrm>
            <a:off x="0" y="0"/>
            <a:ext cx="2057400" cy="5143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descr="Background pattern&#10;&#10;AI-generated content may be incorrect.">
            <a:extLst>
              <a:ext uri="{FF2B5EF4-FFF2-40B4-BE49-F238E27FC236}">
                <a16:creationId xmlns:a16="http://schemas.microsoft.com/office/drawing/2014/main" id="{C72F8F3C-7D49-A158-EC5F-3022C950E63C}"/>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 y="0"/>
            <a:ext cx="1828304" cy="5143500"/>
          </a:xfrm>
          <a:custGeom>
            <a:avLst/>
            <a:gdLst>
              <a:gd name="connsiteX0" fmla="*/ 0 w 2437739"/>
              <a:gd name="connsiteY0" fmla="*/ 0 h 6858000"/>
              <a:gd name="connsiteX1" fmla="*/ 2437739 w 2437739"/>
              <a:gd name="connsiteY1" fmla="*/ 0 h 6858000"/>
              <a:gd name="connsiteX2" fmla="*/ 2437739 w 2437739"/>
              <a:gd name="connsiteY2" fmla="*/ 6858000 h 6858000"/>
              <a:gd name="connsiteX3" fmla="*/ 0 w 243773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437739" h="6858000">
                <a:moveTo>
                  <a:pt x="0" y="0"/>
                </a:moveTo>
                <a:lnTo>
                  <a:pt x="2437739" y="0"/>
                </a:lnTo>
                <a:lnTo>
                  <a:pt x="2437739" y="6858000"/>
                </a:lnTo>
                <a:lnTo>
                  <a:pt x="0" y="6858000"/>
                </a:lnTo>
                <a:close/>
              </a:path>
            </a:pathLst>
          </a:custGeom>
        </p:spPr>
      </p:pic>
      <p:pic>
        <p:nvPicPr>
          <p:cNvPr id="11" name="Picture 10" descr="A picture containing text, sign&#10;&#10;AI-generated content may be incorrect.">
            <a:extLst>
              <a:ext uri="{FF2B5EF4-FFF2-40B4-BE49-F238E27FC236}">
                <a16:creationId xmlns:a16="http://schemas.microsoft.com/office/drawing/2014/main" id="{CD69CD18-3F01-36C8-B47D-93F8D18A3B1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spTree>
    <p:extLst>
      <p:ext uri="{BB962C8B-B14F-4D97-AF65-F5344CB8AC3E}">
        <p14:creationId xmlns:p14="http://schemas.microsoft.com/office/powerpoint/2010/main" val="42565775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2CE63-E0AC-12D5-504E-D5E0649AC35D}"/>
              </a:ext>
            </a:extLst>
          </p:cNvPr>
          <p:cNvSpPr>
            <a:spLocks noGrp="1"/>
          </p:cNvSpPr>
          <p:nvPr>
            <p:ph type="title"/>
          </p:nvPr>
        </p:nvSpPr>
        <p:spPr>
          <a:xfrm>
            <a:off x="623888" y="1282304"/>
            <a:ext cx="7886700" cy="2139553"/>
          </a:xfrm>
        </p:spPr>
        <p:txBody>
          <a:bodyPr anchor="b"/>
          <a:lstStyle>
            <a:lvl1pPr>
              <a:defRPr sz="45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41C9AB-DF52-8ECD-BBD1-A316181026E7}"/>
              </a:ext>
            </a:extLst>
          </p:cNvPr>
          <p:cNvSpPr>
            <a:spLocks noGrp="1"/>
          </p:cNvSpPr>
          <p:nvPr>
            <p:ph type="body" idx="1"/>
          </p:nvPr>
        </p:nvSpPr>
        <p:spPr>
          <a:xfrm>
            <a:off x="623888" y="3442098"/>
            <a:ext cx="7886700" cy="1125140"/>
          </a:xfrm>
        </p:spPr>
        <p:txBody>
          <a:bodyPr/>
          <a:lstStyle>
            <a:lvl1pPr marL="0" indent="0">
              <a:buNone/>
              <a:defRPr sz="180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6B21C6-CC72-77B5-9E5F-0C13AAD88DE0}"/>
              </a:ext>
            </a:extLst>
          </p:cNvPr>
          <p:cNvSpPr>
            <a:spLocks noGrp="1"/>
          </p:cNvSpPr>
          <p:nvPr>
            <p:ph type="dt" sz="half" idx="10"/>
          </p:nvPr>
        </p:nvSpPr>
        <p:spPr/>
        <p:txBody>
          <a:bodyPr/>
          <a:lstStyle/>
          <a:p>
            <a:fld id="{5A0FCB29-5841-415B-8794-5F64FD0A6698}" type="datetimeFigureOut">
              <a:rPr lang="en-US" smtClean="0"/>
              <a:t>4/13/2026</a:t>
            </a:fld>
            <a:endParaRPr lang="en-US"/>
          </a:p>
        </p:txBody>
      </p:sp>
      <p:sp>
        <p:nvSpPr>
          <p:cNvPr id="5" name="Footer Placeholder 4">
            <a:extLst>
              <a:ext uri="{FF2B5EF4-FFF2-40B4-BE49-F238E27FC236}">
                <a16:creationId xmlns:a16="http://schemas.microsoft.com/office/drawing/2014/main" id="{FBAE9409-FC1C-D8F6-C164-6757762B13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FFD45-8A77-BD59-0A42-4632D180202C}"/>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13" name="Picture 12" descr="Background pattern&#10;&#10;AI-generated content may be incorrect.">
            <a:extLst>
              <a:ext uri="{FF2B5EF4-FFF2-40B4-BE49-F238E27FC236}">
                <a16:creationId xmlns:a16="http://schemas.microsoft.com/office/drawing/2014/main" id="{6DB361EA-32F9-14D2-D833-8C99C098F498}"/>
              </a:ext>
            </a:extLst>
          </p:cNvPr>
          <p:cNvPicPr/>
          <p:nvPr/>
        </p:nvPicPr>
        <p:blipFill>
          <a:blip r:embed="rId2" cstate="email">
            <a:extLst>
              <a:ext uri="{28A0092B-C50C-407E-A947-70E740481C1C}">
                <a14:useLocalDpi xmlns:a14="http://schemas.microsoft.com/office/drawing/2010/main"/>
              </a:ext>
            </a:extLst>
          </a:blip>
          <a:srcRect/>
          <a:stretch>
            <a:fillRect/>
          </a:stretch>
        </p:blipFill>
        <p:spPr>
          <a:xfrm>
            <a:off x="7942869" y="0"/>
            <a:ext cx="1201131" cy="4567238"/>
          </a:xfrm>
          <a:custGeom>
            <a:avLst/>
            <a:gdLst>
              <a:gd name="connsiteX0" fmla="*/ 0 w 1601508"/>
              <a:gd name="connsiteY0" fmla="*/ 0 h 6089650"/>
              <a:gd name="connsiteX1" fmla="*/ 1601508 w 1601508"/>
              <a:gd name="connsiteY1" fmla="*/ 0 h 6089650"/>
              <a:gd name="connsiteX2" fmla="*/ 1601508 w 1601508"/>
              <a:gd name="connsiteY2" fmla="*/ 6089650 h 6089650"/>
              <a:gd name="connsiteX3" fmla="*/ 0 w 1601508"/>
              <a:gd name="connsiteY3" fmla="*/ 6089650 h 6089650"/>
            </a:gdLst>
            <a:ahLst/>
            <a:cxnLst>
              <a:cxn ang="0">
                <a:pos x="connsiteX0" y="connsiteY0"/>
              </a:cxn>
              <a:cxn ang="0">
                <a:pos x="connsiteX1" y="connsiteY1"/>
              </a:cxn>
              <a:cxn ang="0">
                <a:pos x="connsiteX2" y="connsiteY2"/>
              </a:cxn>
              <a:cxn ang="0">
                <a:pos x="connsiteX3" y="connsiteY3"/>
              </a:cxn>
            </a:cxnLst>
            <a:rect l="l" t="t" r="r" b="b"/>
            <a:pathLst>
              <a:path w="1601508" h="6089650">
                <a:moveTo>
                  <a:pt x="0" y="0"/>
                </a:moveTo>
                <a:lnTo>
                  <a:pt x="1601508" y="0"/>
                </a:lnTo>
                <a:lnTo>
                  <a:pt x="1601508" y="6089650"/>
                </a:lnTo>
                <a:lnTo>
                  <a:pt x="0" y="6089650"/>
                </a:lnTo>
                <a:close/>
              </a:path>
            </a:pathLst>
          </a:custGeom>
        </p:spPr>
      </p:pic>
      <p:pic>
        <p:nvPicPr>
          <p:cNvPr id="9" name="Picture 8" descr="Plan Your Way OK Logo">
            <a:extLst>
              <a:ext uri="{FF2B5EF4-FFF2-40B4-BE49-F238E27FC236}">
                <a16:creationId xmlns:a16="http://schemas.microsoft.com/office/drawing/2014/main" id="{0D2C000A-F6E0-0CEB-2F25-076E4646A9E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95158" y="4712442"/>
            <a:ext cx="1348842" cy="383484"/>
          </a:xfrm>
          <a:prstGeom prst="rect">
            <a:avLst/>
          </a:prstGeom>
        </p:spPr>
      </p:pic>
    </p:spTree>
    <p:extLst>
      <p:ext uri="{BB962C8B-B14F-4D97-AF65-F5344CB8AC3E}">
        <p14:creationId xmlns:p14="http://schemas.microsoft.com/office/powerpoint/2010/main" val="83709801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BAB54-1C3C-EBFA-9FBE-4D7D8D8CFFF3}"/>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951D450-080D-55DB-32BC-50A1BA631553}"/>
              </a:ext>
            </a:extLst>
          </p:cNvPr>
          <p:cNvSpPr>
            <a:spLocks noGrp="1"/>
          </p:cNvSpPr>
          <p:nvPr>
            <p:ph sz="half" idx="1"/>
          </p:nvPr>
        </p:nvSpPr>
        <p:spPr>
          <a:xfrm>
            <a:off x="628650" y="1369219"/>
            <a:ext cx="3886200"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43D435D-C710-F2F3-4FB5-35A38A3377B7}"/>
              </a:ext>
            </a:extLst>
          </p:cNvPr>
          <p:cNvSpPr>
            <a:spLocks noGrp="1"/>
          </p:cNvSpPr>
          <p:nvPr>
            <p:ph sz="half" idx="2"/>
          </p:nvPr>
        </p:nvSpPr>
        <p:spPr>
          <a:xfrm>
            <a:off x="4629150" y="1369219"/>
            <a:ext cx="3886200"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6F8D41F-AE74-8968-9E13-DCA755771664}"/>
              </a:ext>
            </a:extLst>
          </p:cNvPr>
          <p:cNvSpPr>
            <a:spLocks noGrp="1"/>
          </p:cNvSpPr>
          <p:nvPr>
            <p:ph type="dt" sz="half" idx="10"/>
          </p:nvPr>
        </p:nvSpPr>
        <p:spPr/>
        <p:txBody>
          <a:bodyPr/>
          <a:lstStyle/>
          <a:p>
            <a:fld id="{5A0FCB29-5841-415B-8794-5F64FD0A6698}" type="datetimeFigureOut">
              <a:rPr lang="en-US" smtClean="0"/>
              <a:t>4/13/2026</a:t>
            </a:fld>
            <a:endParaRPr lang="en-US"/>
          </a:p>
        </p:txBody>
      </p:sp>
      <p:sp>
        <p:nvSpPr>
          <p:cNvPr id="6" name="Footer Placeholder 5">
            <a:extLst>
              <a:ext uri="{FF2B5EF4-FFF2-40B4-BE49-F238E27FC236}">
                <a16:creationId xmlns:a16="http://schemas.microsoft.com/office/drawing/2014/main" id="{DE2B0B74-9008-0E52-1626-31E76F078B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C21EAB-BA46-BD81-25AD-22C0F01182E8}"/>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13" name="Picture 12" descr="A picture containing text, sign&#10;&#10;AI-generated content may be incorrect.">
            <a:extLst>
              <a:ext uri="{FF2B5EF4-FFF2-40B4-BE49-F238E27FC236}">
                <a16:creationId xmlns:a16="http://schemas.microsoft.com/office/drawing/2014/main" id="{1ED425B4-C0E5-001A-AB15-05901F4518B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pic>
        <p:nvPicPr>
          <p:cNvPr id="11" name="Picture 10">
            <a:extLst>
              <a:ext uri="{FF2B5EF4-FFF2-40B4-BE49-F238E27FC236}">
                <a16:creationId xmlns:a16="http://schemas.microsoft.com/office/drawing/2014/main" id="{A7DD659E-7975-D958-C65B-1D20286CF5F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V="1">
            <a:off x="1" y="-1"/>
            <a:ext cx="3232181" cy="510778"/>
          </a:xfrm>
          <a:prstGeom prst="rect">
            <a:avLst/>
          </a:prstGeom>
        </p:spPr>
      </p:pic>
    </p:spTree>
    <p:extLst>
      <p:ext uri="{BB962C8B-B14F-4D97-AF65-F5344CB8AC3E}">
        <p14:creationId xmlns:p14="http://schemas.microsoft.com/office/powerpoint/2010/main" val="30249642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2A6B0-58AE-7AD4-384A-A21D35E6B19C}"/>
              </a:ext>
            </a:extLst>
          </p:cNvPr>
          <p:cNvSpPr>
            <a:spLocks noGrp="1"/>
          </p:cNvSpPr>
          <p:nvPr>
            <p:ph type="title"/>
          </p:nvPr>
        </p:nvSpPr>
        <p:spPr>
          <a:xfrm>
            <a:off x="629841" y="273844"/>
            <a:ext cx="7886700" cy="994172"/>
          </a:xfrm>
        </p:spPr>
        <p:txBody>
          <a:bodyPr/>
          <a:lstStyle>
            <a:lvl1pPr>
              <a:defRPr>
                <a:solidFill>
                  <a:schemeClr val="accent6"/>
                </a:solidFill>
              </a:defRPr>
            </a:lvl1pPr>
          </a:lstStyle>
          <a:p>
            <a:r>
              <a:rPr lang="en-US"/>
              <a:t>Click to edit Master title style</a:t>
            </a:r>
          </a:p>
        </p:txBody>
      </p:sp>
      <p:sp>
        <p:nvSpPr>
          <p:cNvPr id="3" name="Text Placeholder 2">
            <a:extLst>
              <a:ext uri="{FF2B5EF4-FFF2-40B4-BE49-F238E27FC236}">
                <a16:creationId xmlns:a16="http://schemas.microsoft.com/office/drawing/2014/main" id="{0A7448A3-DD01-65AD-EBBC-7146509143B7}"/>
              </a:ext>
            </a:extLst>
          </p:cNvPr>
          <p:cNvSpPr>
            <a:spLocks noGrp="1"/>
          </p:cNvSpPr>
          <p:nvPr>
            <p:ph type="body" idx="1"/>
          </p:nvPr>
        </p:nvSpPr>
        <p:spPr>
          <a:xfrm>
            <a:off x="629842" y="1260872"/>
            <a:ext cx="3868340" cy="617934"/>
          </a:xfrm>
        </p:spPr>
        <p:txBody>
          <a:bodyPr anchor="b"/>
          <a:lstStyle>
            <a:lvl1pPr marL="0" indent="0">
              <a:buNone/>
              <a:defRPr sz="1800" b="1">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D8997E1-A745-FAAC-DEE1-7FE99E3AB411}"/>
              </a:ext>
            </a:extLst>
          </p:cNvPr>
          <p:cNvSpPr>
            <a:spLocks noGrp="1"/>
          </p:cNvSpPr>
          <p:nvPr>
            <p:ph sz="half" idx="2"/>
          </p:nvPr>
        </p:nvSpPr>
        <p:spPr>
          <a:xfrm>
            <a:off x="629842" y="1878806"/>
            <a:ext cx="3868340" cy="2763441"/>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DE8BDB-7D3C-FCD3-7E11-4BE954110A37}"/>
              </a:ext>
            </a:extLst>
          </p:cNvPr>
          <p:cNvSpPr>
            <a:spLocks noGrp="1"/>
          </p:cNvSpPr>
          <p:nvPr>
            <p:ph type="body" sz="quarter" idx="3"/>
          </p:nvPr>
        </p:nvSpPr>
        <p:spPr>
          <a:xfrm>
            <a:off x="4629150" y="1260872"/>
            <a:ext cx="3887391" cy="617934"/>
          </a:xfrm>
        </p:spPr>
        <p:txBody>
          <a:bodyPr anchor="b"/>
          <a:lstStyle>
            <a:lvl1pPr marL="0" indent="0">
              <a:buNone/>
              <a:defRPr sz="1800" b="1">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84E6A2-92F9-ECE9-702A-B8DDD2817B63}"/>
              </a:ext>
            </a:extLst>
          </p:cNvPr>
          <p:cNvSpPr>
            <a:spLocks noGrp="1"/>
          </p:cNvSpPr>
          <p:nvPr>
            <p:ph sz="quarter" idx="4"/>
          </p:nvPr>
        </p:nvSpPr>
        <p:spPr>
          <a:xfrm>
            <a:off x="4629150" y="1878806"/>
            <a:ext cx="3887391" cy="2763441"/>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5470B1-DD5D-7EFA-E52D-4F5F033F5A48}"/>
              </a:ext>
            </a:extLst>
          </p:cNvPr>
          <p:cNvSpPr>
            <a:spLocks noGrp="1"/>
          </p:cNvSpPr>
          <p:nvPr>
            <p:ph type="dt" sz="half" idx="10"/>
          </p:nvPr>
        </p:nvSpPr>
        <p:spPr/>
        <p:txBody>
          <a:bodyPr/>
          <a:lstStyle/>
          <a:p>
            <a:fld id="{5A0FCB29-5841-415B-8794-5F64FD0A6698}" type="datetimeFigureOut">
              <a:rPr lang="en-US" smtClean="0"/>
              <a:t>4/13/2026</a:t>
            </a:fld>
            <a:endParaRPr lang="en-US"/>
          </a:p>
        </p:txBody>
      </p:sp>
      <p:sp>
        <p:nvSpPr>
          <p:cNvPr id="8" name="Footer Placeholder 7">
            <a:extLst>
              <a:ext uri="{FF2B5EF4-FFF2-40B4-BE49-F238E27FC236}">
                <a16:creationId xmlns:a16="http://schemas.microsoft.com/office/drawing/2014/main" id="{3A21A241-ADD2-048D-336D-BCC674FA1B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813FFE-0983-8DC3-73F9-E49D9828F91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63869001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31F2B-EEA9-F8B4-57A5-A5733646EA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4C9FEC-72DF-3A11-BCF3-6D245B236A12}"/>
              </a:ext>
            </a:extLst>
          </p:cNvPr>
          <p:cNvSpPr>
            <a:spLocks noGrp="1"/>
          </p:cNvSpPr>
          <p:nvPr>
            <p:ph type="dt" sz="half" idx="10"/>
          </p:nvPr>
        </p:nvSpPr>
        <p:spPr/>
        <p:txBody>
          <a:bodyPr/>
          <a:lstStyle/>
          <a:p>
            <a:fld id="{5A0FCB29-5841-415B-8794-5F64FD0A6698}" type="datetimeFigureOut">
              <a:rPr lang="en-US" smtClean="0"/>
              <a:t>4/13/2026</a:t>
            </a:fld>
            <a:endParaRPr lang="en-US"/>
          </a:p>
        </p:txBody>
      </p:sp>
      <p:sp>
        <p:nvSpPr>
          <p:cNvPr id="4" name="Footer Placeholder 3">
            <a:extLst>
              <a:ext uri="{FF2B5EF4-FFF2-40B4-BE49-F238E27FC236}">
                <a16:creationId xmlns:a16="http://schemas.microsoft.com/office/drawing/2014/main" id="{BDF47FED-2725-1A2D-459D-4C914B792E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E8D104-AEB0-9A03-8B60-2E9F1C2156AE}"/>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166314239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C971A4-F4E4-3E29-C3AE-27CC38CAFB9D}"/>
              </a:ext>
            </a:extLst>
          </p:cNvPr>
          <p:cNvSpPr>
            <a:spLocks noGrp="1"/>
          </p:cNvSpPr>
          <p:nvPr>
            <p:ph type="dt" sz="half" idx="10"/>
          </p:nvPr>
        </p:nvSpPr>
        <p:spPr/>
        <p:txBody>
          <a:bodyPr/>
          <a:lstStyle/>
          <a:p>
            <a:fld id="{5A0FCB29-5841-415B-8794-5F64FD0A6698}" type="datetimeFigureOut">
              <a:rPr lang="en-US" smtClean="0"/>
              <a:t>4/13/2026</a:t>
            </a:fld>
            <a:endParaRPr lang="en-US"/>
          </a:p>
        </p:txBody>
      </p:sp>
      <p:sp>
        <p:nvSpPr>
          <p:cNvPr id="3" name="Footer Placeholder 2">
            <a:extLst>
              <a:ext uri="{FF2B5EF4-FFF2-40B4-BE49-F238E27FC236}">
                <a16:creationId xmlns:a16="http://schemas.microsoft.com/office/drawing/2014/main" id="{7F3C2477-D402-582E-9AB3-E781F52A98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AF667D-D414-EFAA-C9A9-8BC6F0C752E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9" name="TextBox 18">
            <a:extLst>
              <a:ext uri="{FF2B5EF4-FFF2-40B4-BE49-F238E27FC236}">
                <a16:creationId xmlns:a16="http://schemas.microsoft.com/office/drawing/2014/main" id="{0C825D5E-9956-F8F0-E3CC-882E78B1B24A}"/>
              </a:ext>
            </a:extLst>
          </p:cNvPr>
          <p:cNvSpPr txBox="1"/>
          <p:nvPr/>
        </p:nvSpPr>
        <p:spPr>
          <a:xfrm>
            <a:off x="0" y="2851354"/>
            <a:ext cx="9144000" cy="1938992"/>
          </a:xfrm>
          <a:prstGeom prst="rect">
            <a:avLst/>
          </a:prstGeom>
          <a:noFill/>
        </p:spPr>
        <p:txBody>
          <a:bodyPr wrap="square">
            <a:spAutoFit/>
          </a:bodyPr>
          <a:lstStyle/>
          <a:p>
            <a:pPr marL="0" marR="0">
              <a:buNone/>
            </a:pPr>
            <a:r>
              <a:rPr lang="en-US" sz="1500" kern="100" dirty="0">
                <a:solidFill>
                  <a:schemeClr val="bg1"/>
                </a:solidFill>
                <a:effectLst/>
                <a:latin typeface="Atkinson Hyperlegible Next" pitchFamily="50" charset="0"/>
                <a:ea typeface="Aptos" panose="020B0004020202020204" pitchFamily="34" charset="0"/>
                <a:cs typeface="Arial" panose="020B0604020202020204" pitchFamily="34" charset="0"/>
              </a:rPr>
              <a:t>The contents of this presentation were developed under grant HR421E230012 from the U.S. Department of Education (Department). The Department does not mandate or prescribe practices, models, or other activities described or discussed in this resource. The contents of this presentation may contain examples of, adaptations of, and links to resources created and maintained by another public or private organization. The Department does not control or guarantee the accuracy, relevance, timeliness, or completeness of this outside information. The content of this guide does not necessarily represent the policy of the Department. This presentation is not intended to represent the views or policy of or be an endorsement of any views expressed, or materials provided by any Federal agency. (EDGAR 75.620)</a:t>
            </a:r>
          </a:p>
        </p:txBody>
      </p:sp>
      <p:pic>
        <p:nvPicPr>
          <p:cNvPr id="20" name="Picture 19" descr="Blue and white sign&#10;&#10;">
            <a:extLst>
              <a:ext uri="{FF2B5EF4-FFF2-40B4-BE49-F238E27FC236}">
                <a16:creationId xmlns:a16="http://schemas.microsoft.com/office/drawing/2014/main" id="{5BEC89F8-650B-4C6A-0956-98114467CA4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5615306" cy="1596465"/>
          </a:xfrm>
          <a:prstGeom prst="rect">
            <a:avLst/>
          </a:prstGeom>
        </p:spPr>
      </p:pic>
    </p:spTree>
    <p:extLst>
      <p:ext uri="{BB962C8B-B14F-4D97-AF65-F5344CB8AC3E}">
        <p14:creationId xmlns:p14="http://schemas.microsoft.com/office/powerpoint/2010/main" val="3272293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797E-20D0-2A98-ED8E-A966D6B04645}"/>
              </a:ext>
            </a:extLst>
          </p:cNvPr>
          <p:cNvSpPr>
            <a:spLocks noGrp="1"/>
          </p:cNvSpPr>
          <p:nvPr>
            <p:ph type="title"/>
          </p:nvPr>
        </p:nvSpPr>
        <p:spPr>
          <a:xfrm>
            <a:off x="629841" y="342900"/>
            <a:ext cx="2949178" cy="1200150"/>
          </a:xfrm>
        </p:spPr>
        <p:txBody>
          <a:bodyPr anchor="b"/>
          <a:lstStyle>
            <a:lvl1pPr>
              <a:defRPr sz="2400">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E474DB-4646-51C7-D0B2-D2B4A7F40B3E}"/>
              </a:ext>
            </a:extLst>
          </p:cNvPr>
          <p:cNvSpPr>
            <a:spLocks noGrp="1"/>
          </p:cNvSpPr>
          <p:nvPr>
            <p:ph idx="1"/>
          </p:nvPr>
        </p:nvSpPr>
        <p:spPr>
          <a:xfrm>
            <a:off x="3887391" y="740569"/>
            <a:ext cx="4629150" cy="3655219"/>
          </a:xfrm>
        </p:spPr>
        <p:txBody>
          <a:bodyPr/>
          <a:lstStyle>
            <a:lvl1pPr>
              <a:defRPr sz="2400">
                <a:solidFill>
                  <a:schemeClr val="accent6"/>
                </a:solidFill>
              </a:defRPr>
            </a:lvl1pPr>
            <a:lvl2pPr>
              <a:defRPr sz="2100">
                <a:solidFill>
                  <a:schemeClr val="accent6"/>
                </a:solidFill>
              </a:defRPr>
            </a:lvl2pPr>
            <a:lvl3pPr>
              <a:defRPr sz="1800">
                <a:solidFill>
                  <a:schemeClr val="accent6"/>
                </a:solidFill>
              </a:defRPr>
            </a:lvl3pPr>
            <a:lvl4pPr>
              <a:defRPr sz="1500">
                <a:solidFill>
                  <a:schemeClr val="accent6"/>
                </a:solidFill>
              </a:defRPr>
            </a:lvl4pPr>
            <a:lvl5pPr>
              <a:defRPr sz="1500">
                <a:solidFill>
                  <a:schemeClr val="accent6"/>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A0E6259-55A1-5ECB-E304-8B5D09E3D655}"/>
              </a:ext>
            </a:extLst>
          </p:cNvPr>
          <p:cNvSpPr>
            <a:spLocks noGrp="1"/>
          </p:cNvSpPr>
          <p:nvPr>
            <p:ph type="body" sz="half" idx="2"/>
          </p:nvPr>
        </p:nvSpPr>
        <p:spPr>
          <a:xfrm>
            <a:off x="629841" y="1543050"/>
            <a:ext cx="2949178" cy="2858691"/>
          </a:xfrm>
        </p:spPr>
        <p:txBody>
          <a:bodyPr/>
          <a:lstStyle>
            <a:lvl1pPr marL="0" indent="0">
              <a:buNone/>
              <a:defRPr sz="1200">
                <a:solidFill>
                  <a:schemeClr val="accent6"/>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4555984-9C93-D302-B247-0B332F3E3327}"/>
              </a:ext>
            </a:extLst>
          </p:cNvPr>
          <p:cNvSpPr>
            <a:spLocks noGrp="1"/>
          </p:cNvSpPr>
          <p:nvPr>
            <p:ph type="dt" sz="half" idx="10"/>
          </p:nvPr>
        </p:nvSpPr>
        <p:spPr/>
        <p:txBody>
          <a:bodyPr/>
          <a:lstStyle/>
          <a:p>
            <a:fld id="{5A0FCB29-5841-415B-8794-5F64FD0A6698}" type="datetimeFigureOut">
              <a:rPr lang="en-US" smtClean="0"/>
              <a:t>4/13/2026</a:t>
            </a:fld>
            <a:endParaRPr lang="en-US"/>
          </a:p>
        </p:txBody>
      </p:sp>
      <p:sp>
        <p:nvSpPr>
          <p:cNvPr id="6" name="Footer Placeholder 5">
            <a:extLst>
              <a:ext uri="{FF2B5EF4-FFF2-40B4-BE49-F238E27FC236}">
                <a16:creationId xmlns:a16="http://schemas.microsoft.com/office/drawing/2014/main" id="{CA023BDF-FA82-E879-700A-49DB7947A8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82CF2F-24FE-9AB7-8E00-E1422BB7D2D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0999283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01CB0-D132-956C-437E-AA8483FF3C1E}"/>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5F91019-239B-5254-23D0-7BFF0BB7EECA}"/>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19D27294-CA0E-5F41-3E77-B1E93821B14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5CBA06-0262-5CCA-896C-315678CA03CB}"/>
              </a:ext>
            </a:extLst>
          </p:cNvPr>
          <p:cNvSpPr>
            <a:spLocks noGrp="1"/>
          </p:cNvSpPr>
          <p:nvPr>
            <p:ph type="dt" sz="half" idx="10"/>
          </p:nvPr>
        </p:nvSpPr>
        <p:spPr/>
        <p:txBody>
          <a:bodyPr/>
          <a:lstStyle/>
          <a:p>
            <a:fld id="{5A0FCB29-5841-415B-8794-5F64FD0A6698}" type="datetimeFigureOut">
              <a:rPr lang="en-US" smtClean="0"/>
              <a:t>4/13/2026</a:t>
            </a:fld>
            <a:endParaRPr lang="en-US"/>
          </a:p>
        </p:txBody>
      </p:sp>
      <p:sp>
        <p:nvSpPr>
          <p:cNvPr id="6" name="Footer Placeholder 5">
            <a:extLst>
              <a:ext uri="{FF2B5EF4-FFF2-40B4-BE49-F238E27FC236}">
                <a16:creationId xmlns:a16="http://schemas.microsoft.com/office/drawing/2014/main" id="{14A559DD-E897-2037-B8D3-87F77163AF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2C6381-C81F-0B65-9751-34AF66EB0438}"/>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15253358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6B1B8-B1FB-F610-2A5A-55443DC99ABC}"/>
              </a:ext>
            </a:extLst>
          </p:cNvPr>
          <p:cNvSpPr>
            <a:spLocks noGrp="1"/>
          </p:cNvSpPr>
          <p:nvPr>
            <p:ph type="title"/>
          </p:nvPr>
        </p:nvSpPr>
        <p:spPr>
          <a:xfrm>
            <a:off x="628650" y="273844"/>
            <a:ext cx="7886700" cy="994172"/>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012450-33DB-46B2-C9F1-991A0B7D90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25530D-6B47-F166-43BF-A9A7852922F6}"/>
              </a:ext>
            </a:extLst>
          </p:cNvPr>
          <p:cNvSpPr>
            <a:spLocks noGrp="1"/>
          </p:cNvSpPr>
          <p:nvPr>
            <p:ph type="dt" sz="half" idx="10"/>
          </p:nvPr>
        </p:nvSpPr>
        <p:spPr/>
        <p:txBody>
          <a:bodyPr/>
          <a:lstStyle/>
          <a:p>
            <a:fld id="{5A0FCB29-5841-415B-8794-5F64FD0A6698}" type="datetimeFigureOut">
              <a:rPr lang="en-US" smtClean="0"/>
              <a:t>4/13/2026</a:t>
            </a:fld>
            <a:endParaRPr lang="en-US"/>
          </a:p>
        </p:txBody>
      </p:sp>
      <p:sp>
        <p:nvSpPr>
          <p:cNvPr id="5" name="Footer Placeholder 4">
            <a:extLst>
              <a:ext uri="{FF2B5EF4-FFF2-40B4-BE49-F238E27FC236}">
                <a16:creationId xmlns:a16="http://schemas.microsoft.com/office/drawing/2014/main" id="{919DBC34-0E2C-CD97-F397-4BF8166D8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973274-6134-DF2D-8DDD-83A46F94656D}"/>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08431801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EB3855-56F0-C304-A6DF-0CC85FFF957A}"/>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C01C01-BA2B-E96A-7162-000D9E215165}"/>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B8FEF-5B76-9F7B-D574-FBB4E29C12A1}"/>
              </a:ext>
            </a:extLst>
          </p:cNvPr>
          <p:cNvSpPr>
            <a:spLocks noGrp="1"/>
          </p:cNvSpPr>
          <p:nvPr>
            <p:ph type="dt" sz="half" idx="10"/>
          </p:nvPr>
        </p:nvSpPr>
        <p:spPr/>
        <p:txBody>
          <a:bodyPr/>
          <a:lstStyle/>
          <a:p>
            <a:fld id="{5A0FCB29-5841-415B-8794-5F64FD0A6698}" type="datetimeFigureOut">
              <a:rPr lang="en-US" smtClean="0"/>
              <a:t>4/13/2026</a:t>
            </a:fld>
            <a:endParaRPr lang="en-US"/>
          </a:p>
        </p:txBody>
      </p:sp>
      <p:sp>
        <p:nvSpPr>
          <p:cNvPr id="5" name="Footer Placeholder 4">
            <a:extLst>
              <a:ext uri="{FF2B5EF4-FFF2-40B4-BE49-F238E27FC236}">
                <a16:creationId xmlns:a16="http://schemas.microsoft.com/office/drawing/2014/main" id="{D5324E18-936A-ACDC-0523-1FF03EBC0C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9CD96-9B36-D774-9148-7AA16D6B27B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96690363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3">
  <p:cSld name="Title and three columns  3">
    <p:spTree>
      <p:nvGrpSpPr>
        <p:cNvPr id="1" name="Shape 332"/>
        <p:cNvGrpSpPr/>
        <p:nvPr/>
      </p:nvGrpSpPr>
      <p:grpSpPr>
        <a:xfrm>
          <a:off x="0" y="0"/>
          <a:ext cx="0" cy="0"/>
          <a:chOff x="0" y="0"/>
          <a:chExt cx="0" cy="0"/>
        </a:xfrm>
      </p:grpSpPr>
      <p:sp>
        <p:nvSpPr>
          <p:cNvPr id="333" name="Google Shape;333;p50"/>
          <p:cNvSpPr txBox="1">
            <a:spLocks noGrp="1"/>
          </p:cNvSpPr>
          <p:nvPr>
            <p:ph type="subTitle" idx="1"/>
          </p:nvPr>
        </p:nvSpPr>
        <p:spPr>
          <a:xfrm>
            <a:off x="4371899" y="2231747"/>
            <a:ext cx="1380600" cy="3099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sz="2200" b="1">
                <a:solidFill>
                  <a:schemeClr val="dk1"/>
                </a:solidFill>
                <a:latin typeface="Bebas Neue"/>
                <a:ea typeface="Bebas Neue"/>
                <a:cs typeface="Bebas Neue"/>
                <a:sym typeface="Bebas Neue"/>
              </a:defRPr>
            </a:lvl1pPr>
            <a:lvl2pPr lvl="1" algn="r" rtl="0">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algn="r" rtl="0">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algn="r" rtl="0">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algn="r" rtl="0">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algn="r" rtl="0">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algn="r" rtl="0">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algn="r" rtl="0">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algn="r" rtl="0">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a:endParaRPr/>
          </a:p>
        </p:txBody>
      </p:sp>
      <p:sp>
        <p:nvSpPr>
          <p:cNvPr id="334" name="Google Shape;334;p50"/>
          <p:cNvSpPr txBox="1">
            <a:spLocks noGrp="1"/>
          </p:cNvSpPr>
          <p:nvPr>
            <p:ph type="subTitle" idx="2"/>
          </p:nvPr>
        </p:nvSpPr>
        <p:spPr>
          <a:xfrm>
            <a:off x="4240062" y="2534400"/>
            <a:ext cx="1494000" cy="914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algn="r" rtl="0">
              <a:lnSpc>
                <a:spcPct val="100000"/>
              </a:lnSpc>
              <a:spcBef>
                <a:spcPts val="0"/>
              </a:spcBef>
              <a:spcAft>
                <a:spcPts val="0"/>
              </a:spcAft>
              <a:buNone/>
              <a:defRPr sz="1400">
                <a:solidFill>
                  <a:schemeClr val="dk1"/>
                </a:solidFill>
              </a:defRPr>
            </a:lvl2pPr>
            <a:lvl3pPr lvl="2" algn="r" rtl="0">
              <a:lnSpc>
                <a:spcPct val="100000"/>
              </a:lnSpc>
              <a:spcBef>
                <a:spcPts val="0"/>
              </a:spcBef>
              <a:spcAft>
                <a:spcPts val="0"/>
              </a:spcAft>
              <a:buNone/>
              <a:defRPr sz="1400">
                <a:solidFill>
                  <a:schemeClr val="dk1"/>
                </a:solidFill>
              </a:defRPr>
            </a:lvl3pPr>
            <a:lvl4pPr lvl="3" algn="r" rtl="0">
              <a:lnSpc>
                <a:spcPct val="100000"/>
              </a:lnSpc>
              <a:spcBef>
                <a:spcPts val="0"/>
              </a:spcBef>
              <a:spcAft>
                <a:spcPts val="0"/>
              </a:spcAft>
              <a:buNone/>
              <a:defRPr sz="1400">
                <a:solidFill>
                  <a:schemeClr val="dk1"/>
                </a:solidFill>
              </a:defRPr>
            </a:lvl4pPr>
            <a:lvl5pPr lvl="4" algn="r" rtl="0">
              <a:lnSpc>
                <a:spcPct val="100000"/>
              </a:lnSpc>
              <a:spcBef>
                <a:spcPts val="0"/>
              </a:spcBef>
              <a:spcAft>
                <a:spcPts val="0"/>
              </a:spcAft>
              <a:buNone/>
              <a:defRPr sz="1400">
                <a:solidFill>
                  <a:schemeClr val="dk1"/>
                </a:solidFill>
              </a:defRPr>
            </a:lvl5pPr>
            <a:lvl6pPr lvl="5" algn="r" rtl="0">
              <a:lnSpc>
                <a:spcPct val="100000"/>
              </a:lnSpc>
              <a:spcBef>
                <a:spcPts val="0"/>
              </a:spcBef>
              <a:spcAft>
                <a:spcPts val="0"/>
              </a:spcAft>
              <a:buNone/>
              <a:defRPr sz="1400">
                <a:solidFill>
                  <a:schemeClr val="dk1"/>
                </a:solidFill>
              </a:defRPr>
            </a:lvl6pPr>
            <a:lvl7pPr lvl="6" algn="r" rtl="0">
              <a:lnSpc>
                <a:spcPct val="100000"/>
              </a:lnSpc>
              <a:spcBef>
                <a:spcPts val="0"/>
              </a:spcBef>
              <a:spcAft>
                <a:spcPts val="0"/>
              </a:spcAft>
              <a:buNone/>
              <a:defRPr sz="1400">
                <a:solidFill>
                  <a:schemeClr val="dk1"/>
                </a:solidFill>
              </a:defRPr>
            </a:lvl7pPr>
            <a:lvl8pPr lvl="7" algn="r" rtl="0">
              <a:lnSpc>
                <a:spcPct val="100000"/>
              </a:lnSpc>
              <a:spcBef>
                <a:spcPts val="0"/>
              </a:spcBef>
              <a:spcAft>
                <a:spcPts val="0"/>
              </a:spcAft>
              <a:buNone/>
              <a:defRPr sz="1400">
                <a:solidFill>
                  <a:schemeClr val="dk1"/>
                </a:solidFill>
              </a:defRPr>
            </a:lvl8pPr>
            <a:lvl9pPr lvl="8" algn="r" rtl="0">
              <a:lnSpc>
                <a:spcPct val="100000"/>
              </a:lnSpc>
              <a:spcBef>
                <a:spcPts val="0"/>
              </a:spcBef>
              <a:spcAft>
                <a:spcPts val="0"/>
              </a:spcAft>
              <a:buNone/>
              <a:defRPr sz="1400">
                <a:solidFill>
                  <a:schemeClr val="dk1"/>
                </a:solidFill>
              </a:defRPr>
            </a:lvl9pPr>
          </a:lstStyle>
          <a:p>
            <a:endParaRPr/>
          </a:p>
        </p:txBody>
      </p:sp>
      <p:sp>
        <p:nvSpPr>
          <p:cNvPr id="335" name="Google Shape;335;p50"/>
          <p:cNvSpPr txBox="1">
            <a:spLocks noGrp="1"/>
          </p:cNvSpPr>
          <p:nvPr>
            <p:ph type="subTitle" idx="3"/>
          </p:nvPr>
        </p:nvSpPr>
        <p:spPr>
          <a:xfrm>
            <a:off x="6878236" y="983309"/>
            <a:ext cx="1378800" cy="30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solidFill>
                  <a:schemeClr val="dk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a:endParaRPr/>
          </a:p>
        </p:txBody>
      </p:sp>
      <p:sp>
        <p:nvSpPr>
          <p:cNvPr id="336" name="Google Shape;336;p50"/>
          <p:cNvSpPr txBox="1">
            <a:spLocks noGrp="1"/>
          </p:cNvSpPr>
          <p:nvPr>
            <p:ph type="subTitle" idx="4"/>
          </p:nvPr>
        </p:nvSpPr>
        <p:spPr>
          <a:xfrm>
            <a:off x="6878238" y="3783300"/>
            <a:ext cx="1494000" cy="91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a:endParaRPr/>
          </a:p>
        </p:txBody>
      </p:sp>
      <p:sp>
        <p:nvSpPr>
          <p:cNvPr id="337" name="Google Shape;337;p50"/>
          <p:cNvSpPr txBox="1">
            <a:spLocks noGrp="1"/>
          </p:cNvSpPr>
          <p:nvPr>
            <p:ph type="subTitle" idx="5"/>
          </p:nvPr>
        </p:nvSpPr>
        <p:spPr>
          <a:xfrm>
            <a:off x="6878236" y="3480209"/>
            <a:ext cx="1380600" cy="310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200" b="1">
                <a:solidFill>
                  <a:schemeClr val="dk1"/>
                </a:solidFill>
                <a:latin typeface="Bebas Neue"/>
                <a:ea typeface="Bebas Neue"/>
                <a:cs typeface="Bebas Neue"/>
                <a:sym typeface="Bebas Neue"/>
              </a:defRPr>
            </a:lvl1pPr>
            <a:lvl2pPr lvl="1" rtl="0">
              <a:lnSpc>
                <a:spcPct val="100000"/>
              </a:lnSpc>
              <a:spcBef>
                <a:spcPts val="0"/>
              </a:spcBef>
              <a:spcAft>
                <a:spcPts val="0"/>
              </a:spcAft>
              <a:buNone/>
              <a:defRPr sz="2200">
                <a:solidFill>
                  <a:schemeClr val="dk1"/>
                </a:solidFill>
                <a:latin typeface="Bebas Neue"/>
                <a:ea typeface="Bebas Neue"/>
                <a:cs typeface="Bebas Neue"/>
                <a:sym typeface="Bebas Neue"/>
              </a:defRPr>
            </a:lvl2pPr>
            <a:lvl3pPr lvl="2" rtl="0">
              <a:lnSpc>
                <a:spcPct val="100000"/>
              </a:lnSpc>
              <a:spcBef>
                <a:spcPts val="0"/>
              </a:spcBef>
              <a:spcAft>
                <a:spcPts val="0"/>
              </a:spcAft>
              <a:buNone/>
              <a:defRPr sz="2200">
                <a:solidFill>
                  <a:schemeClr val="dk1"/>
                </a:solidFill>
                <a:latin typeface="Bebas Neue"/>
                <a:ea typeface="Bebas Neue"/>
                <a:cs typeface="Bebas Neue"/>
                <a:sym typeface="Bebas Neue"/>
              </a:defRPr>
            </a:lvl3pPr>
            <a:lvl4pPr lvl="3" rtl="0">
              <a:lnSpc>
                <a:spcPct val="100000"/>
              </a:lnSpc>
              <a:spcBef>
                <a:spcPts val="0"/>
              </a:spcBef>
              <a:spcAft>
                <a:spcPts val="0"/>
              </a:spcAft>
              <a:buNone/>
              <a:defRPr sz="2200">
                <a:solidFill>
                  <a:schemeClr val="dk1"/>
                </a:solidFill>
                <a:latin typeface="Bebas Neue"/>
                <a:ea typeface="Bebas Neue"/>
                <a:cs typeface="Bebas Neue"/>
                <a:sym typeface="Bebas Neue"/>
              </a:defRPr>
            </a:lvl4pPr>
            <a:lvl5pPr lvl="4" rtl="0">
              <a:lnSpc>
                <a:spcPct val="100000"/>
              </a:lnSpc>
              <a:spcBef>
                <a:spcPts val="0"/>
              </a:spcBef>
              <a:spcAft>
                <a:spcPts val="0"/>
              </a:spcAft>
              <a:buNone/>
              <a:defRPr sz="2200">
                <a:solidFill>
                  <a:schemeClr val="dk1"/>
                </a:solidFill>
                <a:latin typeface="Bebas Neue"/>
                <a:ea typeface="Bebas Neue"/>
                <a:cs typeface="Bebas Neue"/>
                <a:sym typeface="Bebas Neue"/>
              </a:defRPr>
            </a:lvl5pPr>
            <a:lvl6pPr lvl="5" rtl="0">
              <a:lnSpc>
                <a:spcPct val="100000"/>
              </a:lnSpc>
              <a:spcBef>
                <a:spcPts val="0"/>
              </a:spcBef>
              <a:spcAft>
                <a:spcPts val="0"/>
              </a:spcAft>
              <a:buNone/>
              <a:defRPr sz="2200">
                <a:solidFill>
                  <a:schemeClr val="dk1"/>
                </a:solidFill>
                <a:latin typeface="Bebas Neue"/>
                <a:ea typeface="Bebas Neue"/>
                <a:cs typeface="Bebas Neue"/>
                <a:sym typeface="Bebas Neue"/>
              </a:defRPr>
            </a:lvl6pPr>
            <a:lvl7pPr lvl="6" rtl="0">
              <a:lnSpc>
                <a:spcPct val="100000"/>
              </a:lnSpc>
              <a:spcBef>
                <a:spcPts val="0"/>
              </a:spcBef>
              <a:spcAft>
                <a:spcPts val="0"/>
              </a:spcAft>
              <a:buNone/>
              <a:defRPr sz="2200">
                <a:solidFill>
                  <a:schemeClr val="dk1"/>
                </a:solidFill>
                <a:latin typeface="Bebas Neue"/>
                <a:ea typeface="Bebas Neue"/>
                <a:cs typeface="Bebas Neue"/>
                <a:sym typeface="Bebas Neue"/>
              </a:defRPr>
            </a:lvl7pPr>
            <a:lvl8pPr lvl="7" rtl="0">
              <a:lnSpc>
                <a:spcPct val="100000"/>
              </a:lnSpc>
              <a:spcBef>
                <a:spcPts val="0"/>
              </a:spcBef>
              <a:spcAft>
                <a:spcPts val="0"/>
              </a:spcAft>
              <a:buNone/>
              <a:defRPr sz="2200">
                <a:solidFill>
                  <a:schemeClr val="dk1"/>
                </a:solidFill>
                <a:latin typeface="Bebas Neue"/>
                <a:ea typeface="Bebas Neue"/>
                <a:cs typeface="Bebas Neue"/>
                <a:sym typeface="Bebas Neue"/>
              </a:defRPr>
            </a:lvl8pPr>
            <a:lvl9pPr lvl="8" rtl="0">
              <a:lnSpc>
                <a:spcPct val="100000"/>
              </a:lnSpc>
              <a:spcBef>
                <a:spcPts val="0"/>
              </a:spcBef>
              <a:spcAft>
                <a:spcPts val="0"/>
              </a:spcAft>
              <a:buNone/>
              <a:defRPr sz="2200">
                <a:solidFill>
                  <a:schemeClr val="dk1"/>
                </a:solidFill>
                <a:latin typeface="Bebas Neue"/>
                <a:ea typeface="Bebas Neue"/>
                <a:cs typeface="Bebas Neue"/>
                <a:sym typeface="Bebas Neue"/>
              </a:defRPr>
            </a:lvl9pPr>
          </a:lstStyle>
          <a:p>
            <a:endParaRPr/>
          </a:p>
        </p:txBody>
      </p:sp>
      <p:sp>
        <p:nvSpPr>
          <p:cNvPr id="338" name="Google Shape;338;p50"/>
          <p:cNvSpPr txBox="1">
            <a:spLocks noGrp="1"/>
          </p:cNvSpPr>
          <p:nvPr>
            <p:ph type="subTitle" idx="6"/>
          </p:nvPr>
        </p:nvSpPr>
        <p:spPr>
          <a:xfrm>
            <a:off x="6878237" y="1285950"/>
            <a:ext cx="1494000" cy="91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a:endParaRPr/>
          </a:p>
        </p:txBody>
      </p:sp>
      <p:sp>
        <p:nvSpPr>
          <p:cNvPr id="339" name="Google Shape;339;p50"/>
          <p:cNvSpPr txBox="1">
            <a:spLocks noGrp="1"/>
          </p:cNvSpPr>
          <p:nvPr>
            <p:ph type="title"/>
          </p:nvPr>
        </p:nvSpPr>
        <p:spPr>
          <a:xfrm>
            <a:off x="713225" y="316725"/>
            <a:ext cx="2457300" cy="16317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28218532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07"/>
        <p:cNvGrpSpPr/>
        <p:nvPr/>
      </p:nvGrpSpPr>
      <p:grpSpPr>
        <a:xfrm>
          <a:off x="0" y="0"/>
          <a:ext cx="0" cy="0"/>
          <a:chOff x="0" y="0"/>
          <a:chExt cx="0" cy="0"/>
        </a:xfrm>
      </p:grpSpPr>
      <p:sp>
        <p:nvSpPr>
          <p:cNvPr id="111" name="Google Shape;111;p15"/>
          <p:cNvSpPr txBox="1">
            <a:spLocks noGrp="1"/>
          </p:cNvSpPr>
          <p:nvPr>
            <p:ph type="title" hasCustomPrompt="1"/>
          </p:nvPr>
        </p:nvSpPr>
        <p:spPr>
          <a:xfrm>
            <a:off x="4454300" y="961363"/>
            <a:ext cx="1663200" cy="935400"/>
          </a:xfrm>
          <a:prstGeom prst="rect">
            <a:avLst/>
          </a:prstGeom>
        </p:spPr>
        <p:txBody>
          <a:bodyPr spcFirstLastPara="1" wrap="square" lIns="91425" tIns="91425" rIns="91425" bIns="91425" anchor="ctr" anchorCtr="0">
            <a:noAutofit/>
          </a:bodyPr>
          <a:lstStyle>
            <a:lvl1pPr lvl="0" rtl="0">
              <a:spcBef>
                <a:spcPts val="0"/>
              </a:spcBef>
              <a:spcAft>
                <a:spcPts val="0"/>
              </a:spcAft>
              <a:buSzPts val="12000"/>
              <a:buNone/>
              <a:defRPr sz="10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12" name="Google Shape;112;p15"/>
          <p:cNvSpPr txBox="1">
            <a:spLocks noGrp="1"/>
          </p:cNvSpPr>
          <p:nvPr>
            <p:ph type="title" idx="2"/>
          </p:nvPr>
        </p:nvSpPr>
        <p:spPr>
          <a:xfrm>
            <a:off x="4454300" y="1954962"/>
            <a:ext cx="4321500" cy="123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600"/>
              <a:buFont typeface="Overpass"/>
              <a:buNone/>
              <a:defRPr sz="9600" b="1"/>
            </a:lvl1pPr>
            <a:lvl2pPr lvl="1"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2pPr>
            <a:lvl3pPr lvl="2"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3pPr>
            <a:lvl4pPr lvl="3"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4pPr>
            <a:lvl5pPr lvl="4"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5pPr>
            <a:lvl6pPr lvl="5"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6pPr>
            <a:lvl7pPr lvl="6"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7pPr>
            <a:lvl8pPr lvl="7"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8pPr>
            <a:lvl9pPr lvl="8"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9pPr>
          </a:lstStyle>
          <a:p>
            <a:endParaRPr/>
          </a:p>
        </p:txBody>
      </p:sp>
      <p:sp>
        <p:nvSpPr>
          <p:cNvPr id="113" name="Google Shape;113;p15"/>
          <p:cNvSpPr txBox="1">
            <a:spLocks noGrp="1"/>
          </p:cNvSpPr>
          <p:nvPr>
            <p:ph type="subTitle" idx="1"/>
          </p:nvPr>
        </p:nvSpPr>
        <p:spPr>
          <a:xfrm>
            <a:off x="4454300" y="3158539"/>
            <a:ext cx="3834000" cy="63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Tree>
    <p:extLst>
      <p:ext uri="{BB962C8B-B14F-4D97-AF65-F5344CB8AC3E}">
        <p14:creationId xmlns:p14="http://schemas.microsoft.com/office/powerpoint/2010/main" val="34315974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1"/>
        <p:cNvGrpSpPr/>
        <p:nvPr/>
      </p:nvGrpSpPr>
      <p:grpSpPr>
        <a:xfrm>
          <a:off x="0" y="0"/>
          <a:ext cx="0" cy="0"/>
          <a:chOff x="0" y="0"/>
          <a:chExt cx="0" cy="0"/>
        </a:xfrm>
      </p:grpSpPr>
      <p:sp>
        <p:nvSpPr>
          <p:cNvPr id="54" name="Google Shape;54;p9"/>
          <p:cNvSpPr txBox="1">
            <a:spLocks noGrp="1"/>
          </p:cNvSpPr>
          <p:nvPr>
            <p:ph type="subTitle" idx="1"/>
          </p:nvPr>
        </p:nvSpPr>
        <p:spPr>
          <a:xfrm>
            <a:off x="4572000" y="799950"/>
            <a:ext cx="3566700" cy="1176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a:solidFill>
                  <a:schemeClr val="dk1"/>
                </a:solidFill>
                <a:latin typeface="Overpass Light"/>
                <a:ea typeface="Overpass Light"/>
                <a:cs typeface="Overpass Light"/>
                <a:sym typeface="Overpass Light"/>
              </a:defRPr>
            </a:lvl2pPr>
            <a:lvl3pPr lvl="2" rtl="0">
              <a:lnSpc>
                <a:spcPct val="100000"/>
              </a:lnSpc>
              <a:spcBef>
                <a:spcPts val="0"/>
              </a:spcBef>
              <a:spcAft>
                <a:spcPts val="0"/>
              </a:spcAft>
              <a:buNone/>
              <a:defRPr>
                <a:solidFill>
                  <a:schemeClr val="dk1"/>
                </a:solidFill>
                <a:latin typeface="Overpass Light"/>
                <a:ea typeface="Overpass Light"/>
                <a:cs typeface="Overpass Light"/>
                <a:sym typeface="Overpass Light"/>
              </a:defRPr>
            </a:lvl3pPr>
            <a:lvl4pPr lvl="3" rtl="0">
              <a:lnSpc>
                <a:spcPct val="100000"/>
              </a:lnSpc>
              <a:spcBef>
                <a:spcPts val="0"/>
              </a:spcBef>
              <a:spcAft>
                <a:spcPts val="0"/>
              </a:spcAft>
              <a:buNone/>
              <a:defRPr>
                <a:solidFill>
                  <a:schemeClr val="dk1"/>
                </a:solidFill>
                <a:latin typeface="Overpass Light"/>
                <a:ea typeface="Overpass Light"/>
                <a:cs typeface="Overpass Light"/>
                <a:sym typeface="Overpass Light"/>
              </a:defRPr>
            </a:lvl4pPr>
            <a:lvl5pPr lvl="4" rtl="0">
              <a:lnSpc>
                <a:spcPct val="100000"/>
              </a:lnSpc>
              <a:spcBef>
                <a:spcPts val="0"/>
              </a:spcBef>
              <a:spcAft>
                <a:spcPts val="0"/>
              </a:spcAft>
              <a:buNone/>
              <a:defRPr>
                <a:solidFill>
                  <a:schemeClr val="dk1"/>
                </a:solidFill>
                <a:latin typeface="Overpass Light"/>
                <a:ea typeface="Overpass Light"/>
                <a:cs typeface="Overpass Light"/>
                <a:sym typeface="Overpass Light"/>
              </a:defRPr>
            </a:lvl5pPr>
            <a:lvl6pPr lvl="5" rtl="0">
              <a:lnSpc>
                <a:spcPct val="100000"/>
              </a:lnSpc>
              <a:spcBef>
                <a:spcPts val="0"/>
              </a:spcBef>
              <a:spcAft>
                <a:spcPts val="0"/>
              </a:spcAft>
              <a:buNone/>
              <a:defRPr>
                <a:solidFill>
                  <a:schemeClr val="dk1"/>
                </a:solidFill>
                <a:latin typeface="Overpass Light"/>
                <a:ea typeface="Overpass Light"/>
                <a:cs typeface="Overpass Light"/>
                <a:sym typeface="Overpass Light"/>
              </a:defRPr>
            </a:lvl6pPr>
            <a:lvl7pPr lvl="6" rtl="0">
              <a:lnSpc>
                <a:spcPct val="100000"/>
              </a:lnSpc>
              <a:spcBef>
                <a:spcPts val="0"/>
              </a:spcBef>
              <a:spcAft>
                <a:spcPts val="0"/>
              </a:spcAft>
              <a:buNone/>
              <a:defRPr>
                <a:solidFill>
                  <a:schemeClr val="dk1"/>
                </a:solidFill>
                <a:latin typeface="Overpass Light"/>
                <a:ea typeface="Overpass Light"/>
                <a:cs typeface="Overpass Light"/>
                <a:sym typeface="Overpass Light"/>
              </a:defRPr>
            </a:lvl7pPr>
            <a:lvl8pPr lvl="7" rtl="0">
              <a:lnSpc>
                <a:spcPct val="100000"/>
              </a:lnSpc>
              <a:spcBef>
                <a:spcPts val="0"/>
              </a:spcBef>
              <a:spcAft>
                <a:spcPts val="0"/>
              </a:spcAft>
              <a:buNone/>
              <a:defRPr>
                <a:solidFill>
                  <a:schemeClr val="dk1"/>
                </a:solidFill>
                <a:latin typeface="Overpass Light"/>
                <a:ea typeface="Overpass Light"/>
                <a:cs typeface="Overpass Light"/>
                <a:sym typeface="Overpass Light"/>
              </a:defRPr>
            </a:lvl8pPr>
            <a:lvl9pPr lvl="8" rtl="0">
              <a:lnSpc>
                <a:spcPct val="100000"/>
              </a:lnSpc>
              <a:spcBef>
                <a:spcPts val="0"/>
              </a:spcBef>
              <a:spcAft>
                <a:spcPts val="0"/>
              </a:spcAft>
              <a:buNone/>
              <a:defRPr>
                <a:solidFill>
                  <a:schemeClr val="dk1"/>
                </a:solidFill>
                <a:latin typeface="Overpass Light"/>
                <a:ea typeface="Overpass Light"/>
                <a:cs typeface="Overpass Light"/>
                <a:sym typeface="Overpass Light"/>
              </a:defRPr>
            </a:lvl9pPr>
          </a:lstStyle>
          <a:p>
            <a:endParaRPr/>
          </a:p>
        </p:txBody>
      </p:sp>
      <p:sp>
        <p:nvSpPr>
          <p:cNvPr id="55" name="Google Shape;55;p9"/>
          <p:cNvSpPr txBox="1">
            <a:spLocks noGrp="1"/>
          </p:cNvSpPr>
          <p:nvPr>
            <p:ph type="title"/>
          </p:nvPr>
        </p:nvSpPr>
        <p:spPr>
          <a:xfrm>
            <a:off x="713225" y="1041931"/>
            <a:ext cx="383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sz="35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2540471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6"/>
        <p:cNvGrpSpPr/>
        <p:nvPr/>
      </p:nvGrpSpPr>
      <p:grpSpPr>
        <a:xfrm>
          <a:off x="0" y="0"/>
          <a:ext cx="0" cy="0"/>
          <a:chOff x="0" y="0"/>
          <a:chExt cx="0" cy="0"/>
        </a:xfrm>
      </p:grpSpPr>
      <p:sp>
        <p:nvSpPr>
          <p:cNvPr id="28" name="Google Shape;28;p4"/>
          <p:cNvSpPr txBox="1">
            <a:spLocks noGrp="1"/>
          </p:cNvSpPr>
          <p:nvPr>
            <p:ph type="subTitle" idx="1"/>
          </p:nvPr>
        </p:nvSpPr>
        <p:spPr>
          <a:xfrm>
            <a:off x="621575" y="1228437"/>
            <a:ext cx="7878300" cy="365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200"/>
            </a:lvl1pPr>
            <a:lvl2pPr lvl="1" rtl="0">
              <a:lnSpc>
                <a:spcPct val="100000"/>
              </a:lnSpc>
              <a:spcBef>
                <a:spcPts val="0"/>
              </a:spcBef>
              <a:spcAft>
                <a:spcPts val="0"/>
              </a:spcAft>
              <a:buNone/>
              <a:defRPr sz="1200"/>
            </a:lvl2pPr>
            <a:lvl3pPr lvl="2" rtl="0">
              <a:lnSpc>
                <a:spcPct val="100000"/>
              </a:lnSpc>
              <a:spcBef>
                <a:spcPts val="0"/>
              </a:spcBef>
              <a:spcAft>
                <a:spcPts val="0"/>
              </a:spcAft>
              <a:buNone/>
              <a:defRPr sz="1200"/>
            </a:lvl3pPr>
            <a:lvl4pPr lvl="3" rtl="0">
              <a:lnSpc>
                <a:spcPct val="100000"/>
              </a:lnSpc>
              <a:spcBef>
                <a:spcPts val="0"/>
              </a:spcBef>
              <a:spcAft>
                <a:spcPts val="0"/>
              </a:spcAft>
              <a:buNone/>
              <a:defRPr sz="1200"/>
            </a:lvl4pPr>
            <a:lvl5pPr lvl="4" rtl="0">
              <a:lnSpc>
                <a:spcPct val="100000"/>
              </a:lnSpc>
              <a:spcBef>
                <a:spcPts val="0"/>
              </a:spcBef>
              <a:spcAft>
                <a:spcPts val="0"/>
              </a:spcAft>
              <a:buNone/>
              <a:defRPr sz="1200"/>
            </a:lvl5pPr>
            <a:lvl6pPr lvl="5" rtl="0">
              <a:lnSpc>
                <a:spcPct val="100000"/>
              </a:lnSpc>
              <a:spcBef>
                <a:spcPts val="0"/>
              </a:spcBef>
              <a:spcAft>
                <a:spcPts val="0"/>
              </a:spcAft>
              <a:buNone/>
              <a:defRPr sz="1200"/>
            </a:lvl6pPr>
            <a:lvl7pPr lvl="6" rtl="0">
              <a:lnSpc>
                <a:spcPct val="100000"/>
              </a:lnSpc>
              <a:spcBef>
                <a:spcPts val="0"/>
              </a:spcBef>
              <a:spcAft>
                <a:spcPts val="0"/>
              </a:spcAft>
              <a:buNone/>
              <a:defRPr sz="1200"/>
            </a:lvl7pPr>
            <a:lvl8pPr lvl="7" rtl="0">
              <a:lnSpc>
                <a:spcPct val="100000"/>
              </a:lnSpc>
              <a:spcBef>
                <a:spcPts val="0"/>
              </a:spcBef>
              <a:spcAft>
                <a:spcPts val="0"/>
              </a:spcAft>
              <a:buNone/>
              <a:defRPr sz="1200"/>
            </a:lvl8pPr>
            <a:lvl9pPr lvl="8" rtl="0">
              <a:lnSpc>
                <a:spcPct val="100000"/>
              </a:lnSpc>
              <a:spcBef>
                <a:spcPts val="0"/>
              </a:spcBef>
              <a:spcAft>
                <a:spcPts val="0"/>
              </a:spcAft>
              <a:buNone/>
              <a:defRPr sz="1200"/>
            </a:lvl9pPr>
          </a:lstStyle>
          <a:p>
            <a:endParaRPr/>
          </a:p>
        </p:txBody>
      </p:sp>
      <p:sp>
        <p:nvSpPr>
          <p:cNvPr id="29" name="Google Shape;29;p4"/>
          <p:cNvSpPr txBox="1">
            <a:spLocks noGrp="1"/>
          </p:cNvSpPr>
          <p:nvPr>
            <p:ph type="title"/>
          </p:nvPr>
        </p:nvSpPr>
        <p:spPr>
          <a:xfrm>
            <a:off x="625300" y="315813"/>
            <a:ext cx="7704000" cy="7077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38589019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1"/>
        <p:cNvGrpSpPr/>
        <p:nvPr/>
      </p:nvGrpSpPr>
      <p:grpSpPr>
        <a:xfrm>
          <a:off x="0" y="0"/>
          <a:ext cx="0" cy="0"/>
          <a:chOff x="0" y="0"/>
          <a:chExt cx="0" cy="0"/>
        </a:xfrm>
      </p:grpSpPr>
      <p:sp>
        <p:nvSpPr>
          <p:cNvPr id="42" name="Google Shape;42;p7"/>
          <p:cNvSpPr txBox="1">
            <a:spLocks noGrp="1"/>
          </p:cNvSpPr>
          <p:nvPr>
            <p:ph type="subTitle" idx="1"/>
          </p:nvPr>
        </p:nvSpPr>
        <p:spPr>
          <a:xfrm>
            <a:off x="4863950" y="2269650"/>
            <a:ext cx="3566700" cy="1176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a:solidFill>
                  <a:schemeClr val="dk1"/>
                </a:solidFill>
                <a:latin typeface="Overpass Light"/>
                <a:ea typeface="Overpass Light"/>
                <a:cs typeface="Overpass Light"/>
                <a:sym typeface="Overpass Light"/>
              </a:defRPr>
            </a:lvl2pPr>
            <a:lvl3pPr lvl="2" rtl="0">
              <a:lnSpc>
                <a:spcPct val="100000"/>
              </a:lnSpc>
              <a:spcBef>
                <a:spcPts val="0"/>
              </a:spcBef>
              <a:spcAft>
                <a:spcPts val="0"/>
              </a:spcAft>
              <a:buNone/>
              <a:defRPr>
                <a:solidFill>
                  <a:schemeClr val="dk1"/>
                </a:solidFill>
                <a:latin typeface="Overpass Light"/>
                <a:ea typeface="Overpass Light"/>
                <a:cs typeface="Overpass Light"/>
                <a:sym typeface="Overpass Light"/>
              </a:defRPr>
            </a:lvl3pPr>
            <a:lvl4pPr lvl="3" rtl="0">
              <a:lnSpc>
                <a:spcPct val="100000"/>
              </a:lnSpc>
              <a:spcBef>
                <a:spcPts val="0"/>
              </a:spcBef>
              <a:spcAft>
                <a:spcPts val="0"/>
              </a:spcAft>
              <a:buNone/>
              <a:defRPr>
                <a:solidFill>
                  <a:schemeClr val="dk1"/>
                </a:solidFill>
                <a:latin typeface="Overpass Light"/>
                <a:ea typeface="Overpass Light"/>
                <a:cs typeface="Overpass Light"/>
                <a:sym typeface="Overpass Light"/>
              </a:defRPr>
            </a:lvl4pPr>
            <a:lvl5pPr lvl="4" rtl="0">
              <a:lnSpc>
                <a:spcPct val="100000"/>
              </a:lnSpc>
              <a:spcBef>
                <a:spcPts val="0"/>
              </a:spcBef>
              <a:spcAft>
                <a:spcPts val="0"/>
              </a:spcAft>
              <a:buNone/>
              <a:defRPr>
                <a:solidFill>
                  <a:schemeClr val="dk1"/>
                </a:solidFill>
                <a:latin typeface="Overpass Light"/>
                <a:ea typeface="Overpass Light"/>
                <a:cs typeface="Overpass Light"/>
                <a:sym typeface="Overpass Light"/>
              </a:defRPr>
            </a:lvl5pPr>
            <a:lvl6pPr lvl="5" rtl="0">
              <a:lnSpc>
                <a:spcPct val="100000"/>
              </a:lnSpc>
              <a:spcBef>
                <a:spcPts val="0"/>
              </a:spcBef>
              <a:spcAft>
                <a:spcPts val="0"/>
              </a:spcAft>
              <a:buNone/>
              <a:defRPr>
                <a:solidFill>
                  <a:schemeClr val="dk1"/>
                </a:solidFill>
                <a:latin typeface="Overpass Light"/>
                <a:ea typeface="Overpass Light"/>
                <a:cs typeface="Overpass Light"/>
                <a:sym typeface="Overpass Light"/>
              </a:defRPr>
            </a:lvl6pPr>
            <a:lvl7pPr lvl="6" rtl="0">
              <a:lnSpc>
                <a:spcPct val="100000"/>
              </a:lnSpc>
              <a:spcBef>
                <a:spcPts val="0"/>
              </a:spcBef>
              <a:spcAft>
                <a:spcPts val="0"/>
              </a:spcAft>
              <a:buNone/>
              <a:defRPr>
                <a:solidFill>
                  <a:schemeClr val="dk1"/>
                </a:solidFill>
                <a:latin typeface="Overpass Light"/>
                <a:ea typeface="Overpass Light"/>
                <a:cs typeface="Overpass Light"/>
                <a:sym typeface="Overpass Light"/>
              </a:defRPr>
            </a:lvl7pPr>
            <a:lvl8pPr lvl="7" rtl="0">
              <a:lnSpc>
                <a:spcPct val="100000"/>
              </a:lnSpc>
              <a:spcBef>
                <a:spcPts val="0"/>
              </a:spcBef>
              <a:spcAft>
                <a:spcPts val="0"/>
              </a:spcAft>
              <a:buNone/>
              <a:defRPr>
                <a:solidFill>
                  <a:schemeClr val="dk1"/>
                </a:solidFill>
                <a:latin typeface="Overpass Light"/>
                <a:ea typeface="Overpass Light"/>
                <a:cs typeface="Overpass Light"/>
                <a:sym typeface="Overpass Light"/>
              </a:defRPr>
            </a:lvl8pPr>
            <a:lvl9pPr lvl="8" rtl="0">
              <a:lnSpc>
                <a:spcPct val="100000"/>
              </a:lnSpc>
              <a:spcBef>
                <a:spcPts val="0"/>
              </a:spcBef>
              <a:spcAft>
                <a:spcPts val="0"/>
              </a:spcAft>
              <a:buNone/>
              <a:defRPr>
                <a:solidFill>
                  <a:schemeClr val="dk1"/>
                </a:solidFill>
                <a:latin typeface="Overpass Light"/>
                <a:ea typeface="Overpass Light"/>
                <a:cs typeface="Overpass Light"/>
                <a:sym typeface="Overpass Light"/>
              </a:defRPr>
            </a:lvl9pPr>
          </a:lstStyle>
          <a:p>
            <a:endParaRPr/>
          </a:p>
        </p:txBody>
      </p:sp>
      <p:sp>
        <p:nvSpPr>
          <p:cNvPr id="43" name="Google Shape;43;p7"/>
          <p:cNvSpPr txBox="1">
            <a:spLocks noGrp="1"/>
          </p:cNvSpPr>
          <p:nvPr>
            <p:ph type="title"/>
          </p:nvPr>
        </p:nvSpPr>
        <p:spPr>
          <a:xfrm>
            <a:off x="4863950" y="1696950"/>
            <a:ext cx="383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2944108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E16F9E-B503-4375-8A4D-6043A8332E55}"/>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E8DFE7B-6603-70CF-9AEE-795CEF9F1610}"/>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3302374-0F3E-D7EA-9840-D41A1B5E2838}"/>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5A0FCB29-5841-415B-8794-5F64FD0A6698}" type="datetimeFigureOut">
              <a:rPr lang="en-US" smtClean="0"/>
              <a:t>4/13/2026</a:t>
            </a:fld>
            <a:endParaRPr lang="en-US"/>
          </a:p>
        </p:txBody>
      </p:sp>
      <p:sp>
        <p:nvSpPr>
          <p:cNvPr id="5" name="Footer Placeholder 4">
            <a:extLst>
              <a:ext uri="{FF2B5EF4-FFF2-40B4-BE49-F238E27FC236}">
                <a16:creationId xmlns:a16="http://schemas.microsoft.com/office/drawing/2014/main" id="{081E32A8-3DF3-98E8-9BAA-72AE74CEF600}"/>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51C83A0-7ED6-646B-993E-492C43B64389}"/>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2B5664E2-3A40-4D1A-BF40-1793ED3F7EF0}" type="slidenum">
              <a:rPr lang="en-US" smtClean="0"/>
              <a:t>‹#›</a:t>
            </a:fld>
            <a:endParaRPr lang="en-US"/>
          </a:p>
        </p:txBody>
      </p:sp>
    </p:spTree>
    <p:extLst>
      <p:ext uri="{BB962C8B-B14F-4D97-AF65-F5344CB8AC3E}">
        <p14:creationId xmlns:p14="http://schemas.microsoft.com/office/powerpoint/2010/main" val="1464357206"/>
      </p:ext>
    </p:extLst>
  </p:cSld>
  <p:clrMap bg1="lt1" tx1="dk1" bg2="lt2" tx2="dk2" accent1="accent1" accent2="accent2" accent3="accent3" accent4="accent4" accent5="accent5" accent6="accent6" hlink="hlink" folHlink="folHlink"/>
  <p:sldLayoutIdLst>
    <p:sldLayoutId id="2147483946" r:id="rId1"/>
    <p:sldLayoutId id="2147483947" r:id="rId2"/>
    <p:sldLayoutId id="2147483948" r:id="rId3"/>
    <p:sldLayoutId id="2147483949" r:id="rId4"/>
    <p:sldLayoutId id="2147483950" r:id="rId5"/>
    <p:sldLayoutId id="2147483951" r:id="rId6"/>
    <p:sldLayoutId id="2147483952" r:id="rId7"/>
    <p:sldLayoutId id="2147483953" r:id="rId8"/>
    <p:sldLayoutId id="2147483954" r:id="rId9"/>
    <p:sldLayoutId id="2147483955" r:id="rId10"/>
    <p:sldLayoutId id="2147483956" r:id="rId11"/>
    <p:sldLayoutId id="2147483957" r:id="rId12"/>
    <p:sldLayoutId id="2147483958" r:id="rId13"/>
    <p:sldLayoutId id="2147483959" r:id="rId14"/>
    <p:sldLayoutId id="2147483962" r:id="rId15"/>
    <p:sldLayoutId id="2147483963" r:id="rId16"/>
    <p:sldLayoutId id="2147483964" r:id="rId17"/>
    <p:sldLayoutId id="2147483965" r:id="rId18"/>
  </p:sldLayoutIdLst>
  <p:transition spd="slow">
    <p:push/>
  </p:transition>
  <p:hf sldNum="0" hdr="0" ftr="0" dt="0"/>
  <p:txStyles>
    <p:titleStyle>
      <a:lvl1pPr algn="l" defTabSz="685800" rtl="0" eaLnBrk="1" latinLnBrk="0" hangingPunct="1">
        <a:lnSpc>
          <a:spcPct val="90000"/>
        </a:lnSpc>
        <a:spcBef>
          <a:spcPct val="0"/>
        </a:spcBef>
        <a:buNone/>
        <a:defRPr sz="3300" kern="1200">
          <a:solidFill>
            <a:schemeClr val="accent6"/>
          </a:solidFill>
          <a:latin typeface="Atkinson Hyperlegible Next" pitchFamily="50"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accent6"/>
          </a:solidFill>
          <a:latin typeface="Atkinson Hyperlegible Next"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accent6"/>
          </a:solidFill>
          <a:latin typeface="Atkinson Hyperlegible Next"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accent6"/>
          </a:solidFill>
          <a:latin typeface="Atkinson Hyperlegible Next"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accent6"/>
          </a:solidFill>
          <a:latin typeface="Atkinson Hyperlegible Next"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accent6"/>
          </a:solidFill>
          <a:latin typeface="Atkinson Hyperlegible Next"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17.xml"/><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7.xml"/><Relationship Id="rId1" Type="http://schemas.openxmlformats.org/officeDocument/2006/relationships/tags" Target="../tags/tag1.xml"/><Relationship Id="rId4" Type="http://schemas.openxmlformats.org/officeDocument/2006/relationships/hyperlink" Target="https://youtu.be/O9jMgbLo_m0?si=3AkxmayWN7I7Jx46"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2.xml"/><Relationship Id="rId1" Type="http://schemas.openxmlformats.org/officeDocument/2006/relationships/slideLayout" Target="../slideLayouts/slideLayout1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15224-8983-A2DF-9E2F-5F5BFB9FD886}"/>
              </a:ext>
            </a:extLst>
          </p:cNvPr>
          <p:cNvSpPr>
            <a:spLocks noGrp="1"/>
          </p:cNvSpPr>
          <p:nvPr>
            <p:ph type="title" idx="4294967295"/>
          </p:nvPr>
        </p:nvSpPr>
        <p:spPr>
          <a:xfrm>
            <a:off x="628650" y="-994172"/>
            <a:ext cx="7886700" cy="994172"/>
          </a:xfrm>
        </p:spPr>
        <p:txBody>
          <a:bodyPr vert="horz" lIns="91440" tIns="45720" rIns="91440" bIns="45720" rtlCol="0" anchor="b">
            <a:normAutofit/>
          </a:bodyPr>
          <a:lstStyle/>
          <a:p>
            <a:r>
              <a:rPr lang="en-US" dirty="0"/>
              <a:t>Plan Your Way OK Title Slide</a:t>
            </a:r>
          </a:p>
        </p:txBody>
      </p:sp>
    </p:spTree>
    <p:extLst>
      <p:ext uri="{BB962C8B-B14F-4D97-AF65-F5344CB8AC3E}">
        <p14:creationId xmlns:p14="http://schemas.microsoft.com/office/powerpoint/2010/main" val="2780217502"/>
      </p:ext>
    </p:extLst>
  </p:cSld>
  <p:clrMapOvr>
    <a:masterClrMapping/>
  </p:clrMapOvr>
  <p:transition spd="slow" advTm="4573">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64"/>
          <p:cNvSpPr txBox="1">
            <a:spLocks noGrp="1"/>
          </p:cNvSpPr>
          <p:nvPr>
            <p:ph type="title"/>
          </p:nvPr>
        </p:nvSpPr>
        <p:spPr/>
        <p:txBody>
          <a:bodyPr spcFirstLastPara="1" lIns="91425" tIns="91425" rIns="91425" bIns="91425" anchor="b" anchorCtr="0">
            <a:normAutofit/>
          </a:bodyPr>
          <a:lstStyle/>
          <a:p>
            <a:pPr marL="0" lvl="0" indent="0" rtl="0">
              <a:spcBef>
                <a:spcPts val="0"/>
              </a:spcBef>
              <a:spcAft>
                <a:spcPts val="0"/>
              </a:spcAft>
              <a:buNone/>
            </a:pPr>
            <a:r>
              <a:rPr lang="en-US" dirty="0"/>
              <a:t>Student Involvement in the IEP</a:t>
            </a:r>
          </a:p>
        </p:txBody>
      </p:sp>
      <p:sp>
        <p:nvSpPr>
          <p:cNvPr id="459" name="Google Shape;459;p64"/>
          <p:cNvSpPr txBox="1">
            <a:spLocks noGrp="1"/>
          </p:cNvSpPr>
          <p:nvPr>
            <p:ph type="body" idx="1"/>
          </p:nvPr>
        </p:nvSpPr>
        <p:spPr/>
        <p:txBody>
          <a:bodyPr spcFirstLastPara="1" lIns="91425" tIns="91425" rIns="91425" bIns="91425" anchorCtr="0">
            <a:normAutofit/>
          </a:bodyPr>
          <a:lstStyle/>
          <a:p>
            <a:pPr marL="0" lvl="0" indent="0" rtl="0">
              <a:spcBef>
                <a:spcPts val="0"/>
              </a:spcBef>
              <a:spcAft>
                <a:spcPts val="600"/>
              </a:spcAft>
              <a:buNone/>
            </a:pPr>
            <a:r>
              <a:rPr lang="en-US" dirty="0"/>
              <a:t>Oklahoma State Department of Education</a:t>
            </a:r>
          </a:p>
        </p:txBody>
      </p:sp>
    </p:spTree>
    <p:extLst>
      <p:ext uri="{BB962C8B-B14F-4D97-AF65-F5344CB8AC3E}">
        <p14:creationId xmlns:p14="http://schemas.microsoft.com/office/powerpoint/2010/main" val="1447195942"/>
      </p:ext>
    </p:extLst>
  </p:cSld>
  <p:clrMapOvr>
    <a:masterClrMapping/>
  </p:clrMapOvr>
  <p:transition spd="slow" advTm="70875">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9" name="Google Shape;889;p84">
            <a:extLst>
              <a:ext uri="{C183D7F6-B498-43B3-948B-1728B52AA6E4}">
                <adec:decorative xmlns:adec="http://schemas.microsoft.com/office/drawing/2017/decorative" val="1"/>
              </a:ext>
            </a:extLst>
          </p:cNvPr>
          <p:cNvSpPr/>
          <p:nvPr/>
        </p:nvSpPr>
        <p:spPr>
          <a:xfrm>
            <a:off x="4725191" y="0"/>
            <a:ext cx="10149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2" name="Google Shape;882;p84">
            <a:extLst>
              <a:ext uri="{C183D7F6-B498-43B3-948B-1728B52AA6E4}">
                <adec:decorative xmlns:adec="http://schemas.microsoft.com/office/drawing/2017/decorative" val="0"/>
              </a:ext>
            </a:extLst>
          </p:cNvPr>
          <p:cNvSpPr txBox="1">
            <a:spLocks noGrp="1"/>
          </p:cNvSpPr>
          <p:nvPr>
            <p:ph type="title"/>
          </p:nvPr>
        </p:nvSpPr>
        <p:spPr>
          <a:xfrm>
            <a:off x="148629" y="111450"/>
            <a:ext cx="3434148" cy="163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Attendee Outcomes:</a:t>
            </a:r>
            <a:endParaRPr sz="4000" dirty="0">
              <a:latin typeface="Verdana Pro" panose="020B0604030504040204" pitchFamily="34" charset="0"/>
            </a:endParaRPr>
          </a:p>
        </p:txBody>
      </p:sp>
      <p:sp>
        <p:nvSpPr>
          <p:cNvPr id="883" name="Google Shape;883;p84">
            <a:extLst>
              <a:ext uri="{C183D7F6-B498-43B3-948B-1728B52AA6E4}">
                <adec:decorative xmlns:adec="http://schemas.microsoft.com/office/drawing/2017/decorative" val="0"/>
              </a:ext>
            </a:extLst>
          </p:cNvPr>
          <p:cNvSpPr txBox="1">
            <a:spLocks noGrp="1"/>
          </p:cNvSpPr>
          <p:nvPr>
            <p:ph type="subTitle" idx="1"/>
          </p:nvPr>
        </p:nvSpPr>
        <p:spPr>
          <a:xfrm>
            <a:off x="637719" y="2776479"/>
            <a:ext cx="3633045" cy="30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600" dirty="0">
                <a:latin typeface="+mj-lt"/>
              </a:rPr>
              <a:t>After attending &amp; participating in this training, you will…</a:t>
            </a:r>
            <a:endParaRPr sz="3600" dirty="0">
              <a:latin typeface="+mj-lt"/>
            </a:endParaRPr>
          </a:p>
        </p:txBody>
      </p:sp>
      <p:sp>
        <p:nvSpPr>
          <p:cNvPr id="3" name="Google Shape;499;p67">
            <a:extLst>
              <a:ext uri="{FF2B5EF4-FFF2-40B4-BE49-F238E27FC236}">
                <a16:creationId xmlns:a16="http://schemas.microsoft.com/office/drawing/2014/main" id="{FF88C572-0F5A-16A8-0DDF-7E3163AC92EE}"/>
              </a:ext>
              <a:ext uri="{C183D7F6-B498-43B3-948B-1728B52AA6E4}">
                <adec:decorative xmlns:adec="http://schemas.microsoft.com/office/drawing/2017/decorative" val="0"/>
              </a:ext>
            </a:extLst>
          </p:cNvPr>
          <p:cNvSpPr txBox="1">
            <a:spLocks/>
          </p:cNvSpPr>
          <p:nvPr/>
        </p:nvSpPr>
        <p:spPr>
          <a:xfrm>
            <a:off x="4093581" y="913893"/>
            <a:ext cx="2340900" cy="478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r" rtl="0">
              <a:lnSpc>
                <a:spcPct val="100000"/>
              </a:lnSpc>
              <a:spcBef>
                <a:spcPts val="0"/>
              </a:spcBef>
              <a:spcAft>
                <a:spcPts val="0"/>
              </a:spcAft>
              <a:buClr>
                <a:schemeClr val="dk1"/>
              </a:buClr>
              <a:buSzPts val="1800"/>
              <a:buFont typeface="Overpass"/>
              <a:buNone/>
              <a:defRPr sz="1400" b="0" i="0" u="none" strike="noStrike" cap="none">
                <a:solidFill>
                  <a:schemeClr val="dk1"/>
                </a:solidFill>
                <a:latin typeface="Overpass Light"/>
                <a:ea typeface="Overpass Light"/>
                <a:cs typeface="Overpass Light"/>
                <a:sym typeface="Overpass Light"/>
              </a:defRPr>
            </a:lvl1pPr>
            <a:lvl2pPr marL="914400" marR="0" lvl="1" indent="-317500" algn="r"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2pPr>
            <a:lvl3pPr marL="1371600" marR="0" lvl="2" indent="-317500" algn="r"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3pPr>
            <a:lvl4pPr marL="1828800" marR="0" lvl="3" indent="-317500" algn="r"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4pPr>
            <a:lvl5pPr marL="2286000" marR="0" lvl="4" indent="-317500" algn="r"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5pPr>
            <a:lvl6pPr marL="2743200" marR="0" lvl="5" indent="-317500" algn="r"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6pPr>
            <a:lvl7pPr marL="3200400" marR="0" lvl="6" indent="-317500" algn="r"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7pPr>
            <a:lvl8pPr marL="3657600" marR="0" lvl="7" indent="-317500" algn="r"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8pPr>
            <a:lvl9pPr marL="4114800" marR="0" lvl="8" indent="-317500" algn="r"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9pPr>
          </a:lstStyle>
          <a:p>
            <a:pPr marL="0" indent="0" algn="ctr"/>
            <a:r>
              <a:rPr lang="en" sz="3200" dirty="0">
                <a:solidFill>
                  <a:schemeClr val="bg1"/>
                </a:solidFill>
                <a:latin typeface="Verdana Pro" panose="020B0604030504040204" pitchFamily="34" charset="0"/>
              </a:rPr>
              <a:t>01</a:t>
            </a:r>
          </a:p>
        </p:txBody>
      </p:sp>
      <p:sp>
        <p:nvSpPr>
          <p:cNvPr id="888" name="Google Shape;888;p84">
            <a:extLst>
              <a:ext uri="{C183D7F6-B498-43B3-948B-1728B52AA6E4}">
                <adec:decorative xmlns:adec="http://schemas.microsoft.com/office/drawing/2017/decorative" val="0"/>
              </a:ext>
            </a:extLst>
          </p:cNvPr>
          <p:cNvSpPr txBox="1">
            <a:spLocks noGrp="1"/>
          </p:cNvSpPr>
          <p:nvPr>
            <p:ph type="subTitle" idx="2"/>
          </p:nvPr>
        </p:nvSpPr>
        <p:spPr>
          <a:xfrm>
            <a:off x="5740091" y="347392"/>
            <a:ext cx="3034790" cy="91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Understand what active student involvement is AND why it is important</a:t>
            </a:r>
            <a:endParaRPr sz="2400" dirty="0"/>
          </a:p>
        </p:txBody>
      </p:sp>
      <p:sp>
        <p:nvSpPr>
          <p:cNvPr id="4" name="Google Shape;502;p67">
            <a:extLst>
              <a:ext uri="{FF2B5EF4-FFF2-40B4-BE49-F238E27FC236}">
                <a16:creationId xmlns:a16="http://schemas.microsoft.com/office/drawing/2014/main" id="{6E2E50E4-8315-8676-984F-7267CDA962A8}"/>
              </a:ext>
              <a:ext uri="{C183D7F6-B498-43B3-948B-1728B52AA6E4}">
                <adec:decorative xmlns:adec="http://schemas.microsoft.com/office/drawing/2017/decorative" val="0"/>
              </a:ext>
            </a:extLst>
          </p:cNvPr>
          <p:cNvSpPr txBox="1">
            <a:spLocks/>
          </p:cNvSpPr>
          <p:nvPr/>
        </p:nvSpPr>
        <p:spPr>
          <a:xfrm>
            <a:off x="4064141" y="2339405"/>
            <a:ext cx="2340900" cy="478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400" b="0" i="0" u="none" strike="noStrike" cap="none">
                <a:solidFill>
                  <a:schemeClr val="dk1"/>
                </a:solidFill>
                <a:latin typeface="Overpass Light"/>
                <a:ea typeface="Overpass Light"/>
                <a:cs typeface="Overpass Light"/>
                <a:sym typeface="Overpass Light"/>
              </a:defRPr>
            </a:lvl1pPr>
            <a:lvl2pPr marL="914400" marR="0" lvl="1"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9pPr>
          </a:lstStyle>
          <a:p>
            <a:pPr marL="0" indent="0" algn="ctr"/>
            <a:r>
              <a:rPr lang="en" sz="3200" dirty="0">
                <a:solidFill>
                  <a:schemeClr val="bg1"/>
                </a:solidFill>
                <a:latin typeface="Verdana Pro" panose="020B0604030504040204" pitchFamily="34" charset="0"/>
              </a:rPr>
              <a:t>02</a:t>
            </a:r>
          </a:p>
        </p:txBody>
      </p:sp>
      <p:sp>
        <p:nvSpPr>
          <p:cNvPr id="14" name="Google Shape;888;p84">
            <a:extLst>
              <a:ext uri="{FF2B5EF4-FFF2-40B4-BE49-F238E27FC236}">
                <a16:creationId xmlns:a16="http://schemas.microsoft.com/office/drawing/2014/main" id="{68FB8229-0373-AD1C-E24A-A8D2052BAAE7}"/>
              </a:ext>
              <a:ext uri="{C183D7F6-B498-43B3-948B-1728B52AA6E4}">
                <adec:decorative xmlns:adec="http://schemas.microsoft.com/office/drawing/2017/decorative" val="0"/>
              </a:ext>
            </a:extLst>
          </p:cNvPr>
          <p:cNvSpPr txBox="1">
            <a:spLocks/>
          </p:cNvSpPr>
          <p:nvPr/>
        </p:nvSpPr>
        <p:spPr>
          <a:xfrm>
            <a:off x="5696413" y="2021572"/>
            <a:ext cx="3034790" cy="914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400" b="0" i="0" u="none" strike="noStrike" cap="none">
                <a:solidFill>
                  <a:schemeClr val="dk1"/>
                </a:solidFill>
                <a:latin typeface="Overpass Light"/>
                <a:ea typeface="Overpass Light"/>
                <a:cs typeface="Overpass Light"/>
                <a:sym typeface="Overpass Light"/>
              </a:defRPr>
            </a:lvl1pPr>
            <a:lvl2pPr marL="914400" marR="0" lvl="1"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9pPr>
          </a:lstStyle>
          <a:p>
            <a:pPr marL="0" indent="0"/>
            <a:r>
              <a:rPr lang="en-US" sz="2400" dirty="0"/>
              <a:t>Understand how to actively involve students in their IEP</a:t>
            </a:r>
          </a:p>
        </p:txBody>
      </p:sp>
      <p:sp>
        <p:nvSpPr>
          <p:cNvPr id="5" name="Google Shape;505;p67">
            <a:extLst>
              <a:ext uri="{FF2B5EF4-FFF2-40B4-BE49-F238E27FC236}">
                <a16:creationId xmlns:a16="http://schemas.microsoft.com/office/drawing/2014/main" id="{A3FBB9FA-A988-2877-FF6C-28916C1E3288}"/>
              </a:ext>
              <a:ext uri="{C183D7F6-B498-43B3-948B-1728B52AA6E4}">
                <adec:decorative xmlns:adec="http://schemas.microsoft.com/office/drawing/2017/decorative" val="0"/>
              </a:ext>
            </a:extLst>
          </p:cNvPr>
          <p:cNvSpPr txBox="1">
            <a:spLocks/>
          </p:cNvSpPr>
          <p:nvPr/>
        </p:nvSpPr>
        <p:spPr>
          <a:xfrm>
            <a:off x="4093581" y="3924559"/>
            <a:ext cx="2340900" cy="4755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200" dirty="0">
                <a:solidFill>
                  <a:schemeClr val="bg1"/>
                </a:solidFill>
                <a:latin typeface="Verdana Pro" panose="020B0604030504040204" pitchFamily="34" charset="0"/>
              </a:rPr>
              <a:t>03</a:t>
            </a:r>
          </a:p>
        </p:txBody>
      </p:sp>
      <p:sp>
        <p:nvSpPr>
          <p:cNvPr id="15" name="Google Shape;888;p84">
            <a:extLst>
              <a:ext uri="{FF2B5EF4-FFF2-40B4-BE49-F238E27FC236}">
                <a16:creationId xmlns:a16="http://schemas.microsoft.com/office/drawing/2014/main" id="{B831E285-A742-83E1-2E16-E600DC378C32}"/>
              </a:ext>
              <a:ext uri="{C183D7F6-B498-43B3-948B-1728B52AA6E4}">
                <adec:decorative xmlns:adec="http://schemas.microsoft.com/office/drawing/2017/decorative" val="0"/>
              </a:ext>
            </a:extLst>
          </p:cNvPr>
          <p:cNvSpPr txBox="1">
            <a:spLocks/>
          </p:cNvSpPr>
          <p:nvPr/>
        </p:nvSpPr>
        <p:spPr>
          <a:xfrm>
            <a:off x="5740091" y="3366579"/>
            <a:ext cx="3207166" cy="914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400" b="0" i="0" u="none" strike="noStrike" cap="none">
                <a:solidFill>
                  <a:schemeClr val="dk1"/>
                </a:solidFill>
                <a:latin typeface="Overpass Light"/>
                <a:ea typeface="Overpass Light"/>
                <a:cs typeface="Overpass Light"/>
                <a:sym typeface="Overpass Light"/>
              </a:defRPr>
            </a:lvl1pPr>
            <a:lvl2pPr marL="914400" marR="0" lvl="1"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400" b="0" i="0" u="none" strike="noStrike" cap="none">
                <a:solidFill>
                  <a:schemeClr val="dk1"/>
                </a:solidFill>
                <a:latin typeface="Overpass"/>
                <a:ea typeface="Overpass"/>
                <a:cs typeface="Overpass"/>
                <a:sym typeface="Overpass"/>
              </a:defRPr>
            </a:lvl9pPr>
          </a:lstStyle>
          <a:p>
            <a:pPr marL="0" indent="0"/>
            <a:r>
              <a:rPr lang="en-US" sz="2400" dirty="0"/>
              <a:t>Make goals to increase student engagement in the planning processes</a:t>
            </a:r>
          </a:p>
        </p:txBody>
      </p:sp>
    </p:spTree>
  </p:cSld>
  <p:clrMapOvr>
    <a:masterClrMapping/>
  </p:clrMapOvr>
  <p:transition spd="slow" advTm="20112">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3" name="Google Shape;523;p69"/>
          <p:cNvSpPr txBox="1">
            <a:spLocks noGrp="1"/>
          </p:cNvSpPr>
          <p:nvPr>
            <p:ph type="title"/>
          </p:nvPr>
        </p:nvSpPr>
        <p:spPr>
          <a:xfrm>
            <a:off x="4142416" y="2832541"/>
            <a:ext cx="4897256" cy="123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dirty="0">
                <a:latin typeface="Verdana Pro" panose="020B0604030504040204" pitchFamily="34" charset="0"/>
              </a:rPr>
              <a:t>Module 1:</a:t>
            </a:r>
            <a:br>
              <a:rPr lang="en" sz="4800" dirty="0">
                <a:latin typeface="Verdana Pro" panose="020B0604030504040204" pitchFamily="34" charset="0"/>
              </a:rPr>
            </a:br>
            <a:r>
              <a:rPr lang="en" sz="4800" dirty="0">
                <a:latin typeface="Verdana Pro" panose="020B0604030504040204" pitchFamily="34" charset="0"/>
              </a:rPr>
              <a:t>What is Student Involvement in the IEP?</a:t>
            </a:r>
            <a:endParaRPr sz="4800" dirty="0">
              <a:latin typeface="Verdana Pro" panose="020B0604030504040204" pitchFamily="34" charset="0"/>
            </a:endParaRPr>
          </a:p>
        </p:txBody>
      </p:sp>
      <p:sp>
        <p:nvSpPr>
          <p:cNvPr id="7" name="Google Shape;550;p72">
            <a:extLst>
              <a:ext uri="{FF2B5EF4-FFF2-40B4-BE49-F238E27FC236}">
                <a16:creationId xmlns:a16="http://schemas.microsoft.com/office/drawing/2014/main" id="{0E712A5F-DE8C-0D61-F89B-06843A60DF0C}"/>
              </a:ext>
              <a:ext uri="{C183D7F6-B498-43B3-948B-1728B52AA6E4}">
                <adec:decorative xmlns:adec="http://schemas.microsoft.com/office/drawing/2017/decorative" val="1"/>
              </a:ext>
            </a:extLst>
          </p:cNvPr>
          <p:cNvSpPr/>
          <p:nvPr/>
        </p:nvSpPr>
        <p:spPr>
          <a:xfrm rot="5400000">
            <a:off x="90766" y="1091850"/>
            <a:ext cx="5967900" cy="2135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Tree>
  </p:cSld>
  <p:clrMapOvr>
    <a:masterClrMapping/>
  </p:clrMapOvr>
  <p:transition spd="slow" advTm="8440">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44" name="Google Shape;544;p71">
            <a:extLst>
              <a:ext uri="{C183D7F6-B498-43B3-948B-1728B52AA6E4}">
                <adec:decorative xmlns:adec="http://schemas.microsoft.com/office/drawing/2017/decorative" val="0"/>
              </a:ext>
            </a:extLst>
          </p:cNvPr>
          <p:cNvSpPr txBox="1">
            <a:spLocks noGrp="1"/>
          </p:cNvSpPr>
          <p:nvPr>
            <p:ph type="title"/>
          </p:nvPr>
        </p:nvSpPr>
        <p:spPr>
          <a:xfrm>
            <a:off x="185450" y="815700"/>
            <a:ext cx="4386549"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3"/>
                </a:solidFill>
                <a:latin typeface="Verdana Pro" panose="020B0604030504040204" pitchFamily="34" charset="0"/>
              </a:rPr>
              <a:t>🤔</a:t>
            </a:r>
            <a:r>
              <a:rPr lang="en" dirty="0">
                <a:solidFill>
                  <a:schemeClr val="accent3"/>
                </a:solidFill>
                <a:latin typeface="Verdana Pro" panose="020B0604030504040204" pitchFamily="34" charset="0"/>
              </a:rPr>
              <a:t>Think About It</a:t>
            </a:r>
            <a:endParaRPr dirty="0">
              <a:solidFill>
                <a:schemeClr val="accent3"/>
              </a:solidFill>
              <a:latin typeface="Verdana Pro" panose="020B0604030504040204" pitchFamily="34" charset="0"/>
            </a:endParaRPr>
          </a:p>
        </p:txBody>
      </p:sp>
      <p:sp>
        <p:nvSpPr>
          <p:cNvPr id="539" name="Google Shape;539;p71">
            <a:extLst>
              <a:ext uri="{C183D7F6-B498-43B3-948B-1728B52AA6E4}">
                <adec:decorative xmlns:adec="http://schemas.microsoft.com/office/drawing/2017/decorative" val="0"/>
              </a:ext>
            </a:extLst>
          </p:cNvPr>
          <p:cNvSpPr txBox="1">
            <a:spLocks noGrp="1"/>
          </p:cNvSpPr>
          <p:nvPr>
            <p:ph type="subTitle" idx="1"/>
          </p:nvPr>
        </p:nvSpPr>
        <p:spPr>
          <a:xfrm>
            <a:off x="510815" y="2506012"/>
            <a:ext cx="8125271" cy="1176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200">
                <a:latin typeface="+mj-lt"/>
              </a:rPr>
              <a:t>What does student involvement in the IEP </a:t>
            </a:r>
            <a:r>
              <a:rPr lang="en" sz="3200" b="1">
                <a:latin typeface="+mj-lt"/>
              </a:rPr>
              <a:t>look like, sound like, and/or feel like</a:t>
            </a:r>
            <a:r>
              <a:rPr lang="en" sz="3200">
                <a:latin typeface="+mj-lt"/>
              </a:rPr>
              <a:t> in your setting (classroom, school, or district)?</a:t>
            </a:r>
            <a:endParaRPr sz="3200">
              <a:latin typeface="+mj-lt"/>
            </a:endParaRPr>
          </a:p>
        </p:txBody>
      </p:sp>
    </p:spTree>
  </p:cSld>
  <p:clrMapOvr>
    <a:masterClrMapping/>
  </p:clrMapOvr>
  <p:transition spd="slow" advTm="32670">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dirty="0"/>
              <a:t>What does the Federal Law say?</a:t>
            </a:r>
          </a:p>
        </p:txBody>
      </p:sp>
      <p:sp>
        <p:nvSpPr>
          <p:cNvPr id="466" name="Google Shape;466;p65"/>
          <p:cNvSpPr txBox="1">
            <a:spLocks noGrp="1"/>
          </p:cNvSpPr>
          <p:nvPr>
            <p:ph idx="1"/>
          </p:nvPr>
        </p:nvSpPr>
        <p:spPr/>
        <p:txBody>
          <a:bodyPr spcFirstLastPara="1" lIns="91425" tIns="91425" rIns="91425" bIns="91425" anchorCtr="0">
            <a:normAutofit/>
          </a:bodyPr>
          <a:lstStyle/>
          <a:p>
            <a:pPr marL="342900" lvl="0" rtl="0">
              <a:spcBef>
                <a:spcPts val="0"/>
              </a:spcBef>
              <a:spcAft>
                <a:spcPts val="0"/>
              </a:spcAft>
              <a:buClr>
                <a:schemeClr val="dk1"/>
              </a:buClr>
              <a:buSzPts val="1100"/>
              <a:buFont typeface="Arial" panose="020B0604020202020204" pitchFamily="34" charset="0"/>
              <a:buChar char="•"/>
            </a:pPr>
            <a:r>
              <a:rPr lang="en-US" dirty="0"/>
              <a:t>PL 94-142- “…when appropriate”</a:t>
            </a:r>
          </a:p>
          <a:p>
            <a:pPr marL="342900" lvl="0" rtl="0">
              <a:spcBef>
                <a:spcPts val="0"/>
              </a:spcBef>
              <a:spcAft>
                <a:spcPts val="0"/>
              </a:spcAft>
              <a:buClr>
                <a:schemeClr val="dk1"/>
              </a:buClr>
              <a:buSzPts val="1100"/>
              <a:buFont typeface="Arial" panose="020B0604020202020204" pitchFamily="34" charset="0"/>
              <a:buChar char="•"/>
            </a:pPr>
            <a:r>
              <a:rPr lang="en-US" dirty="0"/>
              <a:t>IDEA- “require” starting at minimum age of 16 (most states follow this)</a:t>
            </a:r>
          </a:p>
          <a:p>
            <a:pPr marL="0" lvl="0" indent="0" rtl="0">
              <a:spcBef>
                <a:spcPts val="1600"/>
              </a:spcBef>
              <a:spcAft>
                <a:spcPts val="0"/>
              </a:spcAft>
              <a:buClr>
                <a:schemeClr val="dk1"/>
              </a:buClr>
              <a:buSzPts val="1100"/>
              <a:buFont typeface="Arial"/>
              <a:buNone/>
            </a:pPr>
            <a:endParaRPr lang="en-US" dirty="0"/>
          </a:p>
        </p:txBody>
      </p:sp>
    </p:spTree>
    <p:extLst>
      <p:ext uri="{BB962C8B-B14F-4D97-AF65-F5344CB8AC3E}">
        <p14:creationId xmlns:p14="http://schemas.microsoft.com/office/powerpoint/2010/main" val="2253832439"/>
      </p:ext>
    </p:extLst>
  </p:cSld>
  <p:clrMapOvr>
    <a:masterClrMapping/>
  </p:clrMapOvr>
  <p:transition spd="slow" advTm="27617">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dirty="0"/>
              <a:t>What does Oklahoma say?</a:t>
            </a:r>
          </a:p>
        </p:txBody>
      </p:sp>
      <p:sp>
        <p:nvSpPr>
          <p:cNvPr id="466" name="Google Shape;466;p65"/>
          <p:cNvSpPr txBox="1">
            <a:spLocks noGrp="1"/>
          </p:cNvSpPr>
          <p:nvPr>
            <p:ph idx="1"/>
          </p:nvPr>
        </p:nvSpPr>
        <p:spPr/>
        <p:txBody>
          <a:bodyPr spcFirstLastPara="1" lIns="91425" tIns="91425" rIns="91425" bIns="91425" anchorCtr="0">
            <a:normAutofit/>
          </a:bodyPr>
          <a:lstStyle/>
          <a:p>
            <a:pPr marL="342900" lvl="0" rtl="0">
              <a:spcBef>
                <a:spcPts val="0"/>
              </a:spcBef>
              <a:spcAft>
                <a:spcPts val="0"/>
              </a:spcAft>
              <a:buClr>
                <a:schemeClr val="dk1"/>
              </a:buClr>
              <a:buSzPts val="1100"/>
              <a:buFont typeface="Arial" panose="020B0604020202020204" pitchFamily="34" charset="0"/>
              <a:buChar char="•"/>
            </a:pPr>
            <a:r>
              <a:rPr lang="en-US" dirty="0"/>
              <a:t>Transition must begin prior to the student’s ninth grade year or earlier if deemed appropriate by the team</a:t>
            </a:r>
          </a:p>
          <a:p>
            <a:pPr marL="800100" lvl="1">
              <a:buSzPts val="1100"/>
              <a:buFont typeface="Arial" panose="020B0604020202020204" pitchFamily="34" charset="0"/>
              <a:buChar char="•"/>
            </a:pPr>
            <a:r>
              <a:rPr lang="en-US" sz="2100" dirty="0"/>
              <a:t>This means that the transition plan must first be developed during the student’s 8</a:t>
            </a:r>
            <a:r>
              <a:rPr lang="en-US" sz="2100" baseline="30000" dirty="0"/>
              <a:t>th</a:t>
            </a:r>
            <a:r>
              <a:rPr lang="en-US" sz="2100" dirty="0"/>
              <a:t> grade year</a:t>
            </a:r>
          </a:p>
          <a:p>
            <a:pPr marL="342900" lvl="0" rtl="0">
              <a:spcBef>
                <a:spcPts val="0"/>
              </a:spcBef>
              <a:spcAft>
                <a:spcPts val="0"/>
              </a:spcAft>
              <a:buClr>
                <a:schemeClr val="dk1"/>
              </a:buClr>
              <a:buSzPts val="1100"/>
              <a:buFont typeface="Arial" panose="020B0604020202020204" pitchFamily="34" charset="0"/>
              <a:buChar char="•"/>
            </a:pPr>
            <a:r>
              <a:rPr lang="en-US" dirty="0"/>
              <a:t>At this age, students MUST be invited to their IEP meetings annually</a:t>
            </a:r>
          </a:p>
          <a:p>
            <a:pPr marL="800100" lvl="1">
              <a:buSzPts val="1100"/>
              <a:buFont typeface="Arial" panose="020B0604020202020204" pitchFamily="34" charset="0"/>
              <a:buChar char="•"/>
            </a:pPr>
            <a:r>
              <a:rPr lang="en-US" sz="2100" dirty="0"/>
              <a:t>If the student doesn’t attend, the school must take measures to ensure their preferences and interests are considered</a:t>
            </a:r>
          </a:p>
        </p:txBody>
      </p:sp>
    </p:spTree>
    <p:extLst>
      <p:ext uri="{BB962C8B-B14F-4D97-AF65-F5344CB8AC3E}">
        <p14:creationId xmlns:p14="http://schemas.microsoft.com/office/powerpoint/2010/main" val="1453669077"/>
      </p:ext>
    </p:extLst>
  </p:cSld>
  <p:clrMapOvr>
    <a:masterClrMapping/>
  </p:clrMapOvr>
  <p:transition spd="slow" advTm="27373">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5" name="Content Placeholder 2">
            <a:extLst>
              <a:ext uri="{FF2B5EF4-FFF2-40B4-BE49-F238E27FC236}">
                <a16:creationId xmlns:a16="http://schemas.microsoft.com/office/drawing/2014/main" id="{962D78AB-CA38-C289-90A8-0F5D6ABBB626}"/>
              </a:ext>
            </a:extLst>
          </p:cNvPr>
          <p:cNvSpPr>
            <a:spLocks noGrp="1"/>
          </p:cNvSpPr>
          <p:nvPr>
            <p:ph type="title" idx="4294967295"/>
          </p:nvPr>
        </p:nvSpPr>
        <p:spPr>
          <a:xfrm>
            <a:off x="628650" y="1370013"/>
            <a:ext cx="7886700" cy="326231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endParaRPr kumimoji="0" lang="en-US" sz="2100" b="0" i="0" u="none" strike="noStrike" kern="1200" cap="none" spc="0" normalizeH="0" baseline="0" noProof="0" dirty="0">
              <a:ln>
                <a:noFill/>
              </a:ln>
              <a:solidFill>
                <a:schemeClr val="accent6"/>
              </a:solidFill>
              <a:effectLst/>
              <a:uLnTx/>
              <a:uFillTx/>
              <a:latin typeface="Atkinson Hyperlegible Next" pitchFamily="50" charset="0"/>
              <a:ea typeface="+mn-ea"/>
              <a:cs typeface="+mn-cs"/>
            </a:endParaRP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4800" b="0" i="0" u="none" strike="noStrike" kern="1200" cap="none" spc="0" normalizeH="0" baseline="0" noProof="0" dirty="0">
                <a:ln>
                  <a:noFill/>
                </a:ln>
                <a:solidFill>
                  <a:schemeClr val="accent6"/>
                </a:solidFill>
                <a:effectLst/>
                <a:uLnTx/>
                <a:uFillTx/>
                <a:latin typeface="Atkinson Hyperlegible Next" pitchFamily="50" charset="0"/>
                <a:ea typeface="+mn-ea"/>
                <a:cs typeface="+mn-cs"/>
              </a:rPr>
              <a:t>Attendance</a:t>
            </a: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4800" b="0" i="0" u="none" strike="noStrike" kern="1200" cap="none" spc="0" normalizeH="0" baseline="0" noProof="0" dirty="0">
                <a:ln>
                  <a:noFill/>
                </a:ln>
                <a:solidFill>
                  <a:schemeClr val="accent6"/>
                </a:solidFill>
                <a:effectLst/>
                <a:uLnTx/>
                <a:uFillTx/>
                <a:latin typeface="Atkinson Hyperlegible Next" pitchFamily="50" charset="0"/>
                <a:ea typeface="+mn-ea"/>
                <a:cs typeface="+mn-cs"/>
              </a:rPr>
              <a:t>Vs</a:t>
            </a: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4800" b="0" i="0" u="none" strike="noStrike" kern="1200" cap="none" spc="0" normalizeH="0" baseline="0" noProof="0" dirty="0">
                <a:ln>
                  <a:noFill/>
                </a:ln>
                <a:solidFill>
                  <a:schemeClr val="accent6"/>
                </a:solidFill>
                <a:effectLst/>
                <a:uLnTx/>
                <a:uFillTx/>
                <a:latin typeface="Atkinson Hyperlegible Next" pitchFamily="50" charset="0"/>
                <a:ea typeface="+mn-ea"/>
                <a:cs typeface="+mn-cs"/>
              </a:rPr>
              <a:t>Participation</a:t>
            </a:r>
          </a:p>
        </p:txBody>
      </p:sp>
    </p:spTree>
    <p:extLst>
      <p:ext uri="{BB962C8B-B14F-4D97-AF65-F5344CB8AC3E}">
        <p14:creationId xmlns:p14="http://schemas.microsoft.com/office/powerpoint/2010/main" val="2920194575"/>
      </p:ext>
    </p:extLst>
  </p:cSld>
  <p:clrMapOvr>
    <a:masterClrMapping/>
  </p:clrMapOvr>
  <p:transition spd="slow" advTm="38979">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5" name="Content Placeholder 2">
            <a:extLst>
              <a:ext uri="{FF2B5EF4-FFF2-40B4-BE49-F238E27FC236}">
                <a16:creationId xmlns:a16="http://schemas.microsoft.com/office/drawing/2014/main" id="{A1C09548-5256-1E16-353A-B7CF53D4D610}"/>
              </a:ext>
            </a:extLst>
          </p:cNvPr>
          <p:cNvSpPr>
            <a:spLocks noGrp="1"/>
          </p:cNvSpPr>
          <p:nvPr>
            <p:ph type="title" idx="4294967295"/>
          </p:nvPr>
        </p:nvSpPr>
        <p:spPr>
          <a:xfrm>
            <a:off x="628650" y="1370013"/>
            <a:ext cx="7886700" cy="326231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endParaRPr kumimoji="0" lang="en-US" sz="4800" b="0" i="0" u="none" strike="noStrike" kern="1200" cap="none" spc="0" normalizeH="0" baseline="0" noProof="0" dirty="0">
              <a:ln>
                <a:noFill/>
              </a:ln>
              <a:solidFill>
                <a:schemeClr val="accent6"/>
              </a:solidFill>
              <a:effectLst/>
              <a:uLnTx/>
              <a:uFillTx/>
              <a:latin typeface="Atkinson Hyperlegible Next" pitchFamily="50" charset="0"/>
              <a:ea typeface="+mn-ea"/>
              <a:cs typeface="+mn-cs"/>
            </a:endParaRPr>
          </a:p>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4800" b="0" i="0" u="none" strike="noStrike" kern="1200" cap="none" spc="0" normalizeH="0" baseline="0" noProof="0" dirty="0">
                <a:ln>
                  <a:noFill/>
                </a:ln>
                <a:solidFill>
                  <a:schemeClr val="accent6"/>
                </a:solidFill>
                <a:effectLst/>
                <a:uLnTx/>
                <a:uFillTx/>
                <a:latin typeface="Atkinson Hyperlegible Next" pitchFamily="50" charset="0"/>
                <a:ea typeface="+mn-ea"/>
                <a:cs typeface="+mn-cs"/>
              </a:rPr>
              <a:t>Involvement</a:t>
            </a:r>
          </a:p>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4800" b="0" i="0" u="none" strike="noStrike" kern="1200" cap="none" spc="0" normalizeH="0" baseline="0" noProof="0" dirty="0">
                <a:ln>
                  <a:noFill/>
                </a:ln>
                <a:solidFill>
                  <a:schemeClr val="accent6"/>
                </a:solidFill>
                <a:effectLst/>
                <a:uLnTx/>
                <a:uFillTx/>
                <a:latin typeface="Atkinson Hyperlegible Next" pitchFamily="50" charset="0"/>
                <a:ea typeface="+mn-ea"/>
                <a:cs typeface="+mn-cs"/>
              </a:rPr>
              <a:t>Vs</a:t>
            </a:r>
          </a:p>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4800" b="0" i="0" u="none" strike="noStrike" kern="1200" cap="none" spc="0" normalizeH="0" baseline="0" noProof="0" dirty="0">
                <a:ln>
                  <a:noFill/>
                </a:ln>
                <a:solidFill>
                  <a:schemeClr val="accent6"/>
                </a:solidFill>
                <a:effectLst/>
                <a:uLnTx/>
                <a:uFillTx/>
                <a:latin typeface="Atkinson Hyperlegible Next" pitchFamily="50" charset="0"/>
                <a:ea typeface="+mn-ea"/>
                <a:cs typeface="+mn-cs"/>
              </a:rPr>
              <a:t>Leadership</a:t>
            </a:r>
          </a:p>
        </p:txBody>
      </p:sp>
    </p:spTree>
    <p:extLst>
      <p:ext uri="{BB962C8B-B14F-4D97-AF65-F5344CB8AC3E}">
        <p14:creationId xmlns:p14="http://schemas.microsoft.com/office/powerpoint/2010/main" val="412716070"/>
      </p:ext>
    </p:extLst>
  </p:cSld>
  <p:clrMapOvr>
    <a:masterClrMapping/>
  </p:clrMapOvr>
  <p:transition spd="slow" advTm="27844">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49120"/>
            <a:ext cx="8880113"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Must Read on Student Involvement in the IEP</a:t>
            </a:r>
            <a:endParaRPr sz="4000" dirty="0">
              <a:latin typeface="Verdana Pro" panose="020B0604030504040204" pitchFamily="34" charset="0"/>
            </a:endParaRPr>
          </a:p>
        </p:txBody>
      </p:sp>
      <p:pic>
        <p:nvPicPr>
          <p:cNvPr id="2050" name="Picture 2" descr="Screen shot of the title of &quot;Why is This Cake on Fire?-Inviting students into the IEP process&quot; by Jamie L. Van Dycke, James E. Martin, &amp; David L. Lovett.">
            <a:extLst>
              <a:ext uri="{FF2B5EF4-FFF2-40B4-BE49-F238E27FC236}">
                <a16:creationId xmlns:a16="http://schemas.microsoft.com/office/drawing/2014/main" id="{D5A1D91F-1C2E-19ED-EF40-9E8A061AB1B3}"/>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620797" y="1509679"/>
            <a:ext cx="5324680" cy="341826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3342082-98E0-84FF-2F23-1D8A237C3028}"/>
              </a:ext>
            </a:extLst>
          </p:cNvPr>
          <p:cNvSpPr txBox="1"/>
          <p:nvPr/>
        </p:nvSpPr>
        <p:spPr>
          <a:xfrm>
            <a:off x="116601" y="1318970"/>
            <a:ext cx="6495922" cy="523220"/>
          </a:xfrm>
          <a:prstGeom prst="rect">
            <a:avLst/>
          </a:prstGeom>
          <a:noFill/>
        </p:spPr>
        <p:txBody>
          <a:bodyPr wrap="square">
            <a:spAutoFit/>
          </a:bodyPr>
          <a:lstStyle/>
          <a:p>
            <a:r>
              <a:rPr lang="en-US" sz="2800" dirty="0"/>
              <a:t>https://tinyurl.com/Whyisthecakeonfire</a:t>
            </a:r>
          </a:p>
        </p:txBody>
      </p:sp>
      <p:pic>
        <p:nvPicPr>
          <p:cNvPr id="7" name="Picture 6" descr="A qr code on a white background for the website https://tinyurl.com/Whyisthecakeonfire">
            <a:extLst>
              <a:ext uri="{FF2B5EF4-FFF2-40B4-BE49-F238E27FC236}">
                <a16:creationId xmlns:a16="http://schemas.microsoft.com/office/drawing/2014/main" id="{B3EE71AA-18E5-5D2D-ACF4-44C74587A811}"/>
              </a:ext>
            </a:extLst>
          </p:cNvPr>
          <p:cNvPicPr>
            <a:picLocks noChangeAspect="1"/>
          </p:cNvPicPr>
          <p:nvPr/>
        </p:nvPicPr>
        <p:blipFill>
          <a:blip r:embed="rId4"/>
          <a:stretch>
            <a:fillRect/>
          </a:stretch>
        </p:blipFill>
        <p:spPr>
          <a:xfrm>
            <a:off x="454465" y="1950912"/>
            <a:ext cx="2828468" cy="2868306"/>
          </a:xfrm>
          <a:prstGeom prst="rect">
            <a:avLst/>
          </a:prstGeom>
        </p:spPr>
      </p:pic>
    </p:spTree>
    <p:extLst>
      <p:ext uri="{BB962C8B-B14F-4D97-AF65-F5344CB8AC3E}">
        <p14:creationId xmlns:p14="http://schemas.microsoft.com/office/powerpoint/2010/main" val="2353325857"/>
      </p:ext>
    </p:extLst>
  </p:cSld>
  <p:clrMapOvr>
    <a:masterClrMapping/>
  </p:clrMapOvr>
  <p:transition spd="slow" advTm="33713">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D991B53-7813-2187-5252-48C703FFBCB9}"/>
              </a:ext>
            </a:extLst>
          </p:cNvPr>
          <p:cNvSpPr>
            <a:spLocks noGrp="1"/>
          </p:cNvSpPr>
          <p:nvPr>
            <p:ph type="title"/>
          </p:nvPr>
        </p:nvSpPr>
        <p:spPr/>
        <p:txBody>
          <a:bodyPr/>
          <a:lstStyle/>
          <a:p>
            <a:r>
              <a:rPr lang="en-US" dirty="0"/>
              <a:t>Reflection Activity</a:t>
            </a:r>
          </a:p>
        </p:txBody>
      </p:sp>
      <p:sp>
        <p:nvSpPr>
          <p:cNvPr id="10" name="Content Placeholder 2">
            <a:extLst>
              <a:ext uri="{FF2B5EF4-FFF2-40B4-BE49-F238E27FC236}">
                <a16:creationId xmlns:a16="http://schemas.microsoft.com/office/drawing/2014/main" id="{E424FC54-50D5-C714-57D7-C04E699EC62D}"/>
              </a:ext>
            </a:extLst>
          </p:cNvPr>
          <p:cNvSpPr>
            <a:spLocks noGrp="1"/>
          </p:cNvSpPr>
          <p:nvPr>
            <p:ph idx="1"/>
          </p:nvPr>
        </p:nvSpPr>
        <p:spPr/>
        <p:txBody>
          <a:bodyPr/>
          <a:lstStyle/>
          <a:p>
            <a:pPr marL="0" lvl="0" indent="0" algn="ctr">
              <a:spcBef>
                <a:spcPts val="0"/>
              </a:spcBef>
              <a:buNone/>
            </a:pPr>
            <a:r>
              <a:rPr lang="en" sz="2000" dirty="0"/>
              <a:t>Who currently speaks the most and least at your IEP meetings?</a:t>
            </a:r>
          </a:p>
          <a:p>
            <a:pPr marL="0" lvl="0" indent="0" algn="ctr">
              <a:spcBef>
                <a:spcPts val="0"/>
              </a:spcBef>
              <a:buNone/>
            </a:pPr>
            <a:endParaRPr lang="en" sz="2000" dirty="0"/>
          </a:p>
          <a:p>
            <a:pPr marL="0" lvl="0" indent="0" algn="ctr">
              <a:spcBef>
                <a:spcPts val="0"/>
              </a:spcBef>
              <a:buNone/>
            </a:pPr>
            <a:r>
              <a:rPr lang="en" sz="2000" dirty="0"/>
              <a:t>How is ‘student involvement’ factoring into who is speaking?</a:t>
            </a:r>
          </a:p>
          <a:p>
            <a:pPr marL="0" lvl="0" indent="0" algn="ctr">
              <a:spcBef>
                <a:spcPts val="0"/>
              </a:spcBef>
              <a:buNone/>
            </a:pPr>
            <a:endParaRPr lang="en" sz="2000" dirty="0"/>
          </a:p>
          <a:p>
            <a:pPr marL="0" lvl="0" indent="0" algn="ctr">
              <a:spcBef>
                <a:spcPts val="0"/>
              </a:spcBef>
              <a:buNone/>
            </a:pPr>
            <a:r>
              <a:rPr lang="en" sz="2000" dirty="0"/>
              <a:t>ASK and ANSWER the questions from the middle column labeled “Questions We Should Ask” on page 43 of the article you just read. </a:t>
            </a:r>
          </a:p>
          <a:p>
            <a:pPr marL="0" indent="0">
              <a:buNone/>
            </a:pPr>
            <a:endParaRPr lang="en-US" dirty="0"/>
          </a:p>
        </p:txBody>
      </p:sp>
    </p:spTree>
    <p:extLst>
      <p:ext uri="{BB962C8B-B14F-4D97-AF65-F5344CB8AC3E}">
        <p14:creationId xmlns:p14="http://schemas.microsoft.com/office/powerpoint/2010/main" val="714870873"/>
      </p:ext>
    </p:extLst>
  </p:cSld>
  <p:clrMapOvr>
    <a:masterClrMapping/>
  </p:clrMapOvr>
  <p:transition spd="slow" advTm="52747">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pic>
        <p:nvPicPr>
          <p:cNvPr id="3074" name="Picture 2" descr="Pie graph of &quot;Who Talks at Teacher Led IEP Meetings&quot; &#10;&#10;SPED 50%&#10;Family 15%&#10;GenEd 9%&#10;Administrators 9%&#10;Support 6%&#10;Mulitple Conv 5%&#10;Studen 4%&#10;No Conv 2%">
            <a:extLst>
              <a:ext uri="{FF2B5EF4-FFF2-40B4-BE49-F238E27FC236}">
                <a16:creationId xmlns:a16="http://schemas.microsoft.com/office/drawing/2014/main" id="{04E29258-D14E-B6D6-9AC6-6A62AF25B049}"/>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177972" y="295031"/>
            <a:ext cx="6284188" cy="4547438"/>
          </a:xfrm>
          <a:prstGeom prst="rect">
            <a:avLst/>
          </a:prstGeom>
          <a:noFill/>
          <a:extLst>
            <a:ext uri="{909E8E84-426E-40DD-AFC4-6F175D3DCCD1}">
              <a14:hiddenFill xmlns:a14="http://schemas.microsoft.com/office/drawing/2010/main">
                <a:solidFill>
                  <a:srgbClr val="FFFFFF"/>
                </a:solidFill>
              </a14:hiddenFill>
            </a:ext>
          </a:extLst>
        </p:spPr>
      </p:pic>
      <p:sp>
        <p:nvSpPr>
          <p:cNvPr id="530" name="Google Shape;530;p70"/>
          <p:cNvSpPr txBox="1">
            <a:spLocks noGrp="1"/>
          </p:cNvSpPr>
          <p:nvPr>
            <p:ph type="title"/>
          </p:nvPr>
        </p:nvSpPr>
        <p:spPr>
          <a:xfrm>
            <a:off x="5823935" y="1725255"/>
            <a:ext cx="3138212"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latin typeface="Verdana Pro" panose="020B0604030504040204" pitchFamily="34" charset="0"/>
              </a:rPr>
              <a:t>How does this visual align with your experience of who talks at teacher-led IEP meetings?</a:t>
            </a:r>
            <a:endParaRPr sz="2800" dirty="0">
              <a:latin typeface="Verdana Pro" panose="020B0604030504040204" pitchFamily="34" charset="0"/>
            </a:endParaRPr>
          </a:p>
        </p:txBody>
      </p:sp>
    </p:spTree>
  </p:cSld>
  <p:clrMapOvr>
    <a:masterClrMapping/>
  </p:clrMapOvr>
  <p:transition spd="slow" advTm="30371">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Let’s Compare Meeting Types</a:t>
            </a:r>
            <a:endParaRPr sz="4000" dirty="0">
              <a:latin typeface="Verdana Pro" panose="020B0604030504040204" pitchFamily="34" charset="0"/>
            </a:endParaRPr>
          </a:p>
        </p:txBody>
      </p:sp>
      <p:pic>
        <p:nvPicPr>
          <p:cNvPr id="4098" name="Picture 2" descr="Table of Teacher Directed Meetings: &#10;Leadership Steps:&#10;Student introduced self: 3.5% Yes, 96.5% No&#10;Student introduced IEP team members: 1.2% Yes, 98.8% No&#10;Student stated purpose of the meeting: 0% Yes, 100% No&#10;Student reviewed past goals and progress: 2.4% Yes, 97.6% No&#10;Student asked for feedback: 0% Yes, 100% No&#10;Student asked questions if didn’t understand: 6.0% Yes, 94.0% No&#10;Student dealt with differences in opinion: 5.9% Yes, 94.1% No&#10;Student stated needed support: 4.7% Yes, 95.3% No&#10;Student expressed interests: 49.4% Yes, 50.6% No&#10;Student expressed skills and limits: 20% Yes, 80% No&#10;Student expressed options and goals: 27.1% Yes, 72.9% No&#10;Student closed meeting by thanking everyone: 0% Yes, 100% No">
            <a:extLst>
              <a:ext uri="{FF2B5EF4-FFF2-40B4-BE49-F238E27FC236}">
                <a16:creationId xmlns:a16="http://schemas.microsoft.com/office/drawing/2014/main" id="{611D49BA-668E-BF3F-0A42-521E950106E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03613" y="1081222"/>
            <a:ext cx="4224457" cy="3612433"/>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Table of Student Directed meetings&#10;&#10;Leadership Steps:&#10;Student introduced self: 70% Yes&#10;Student introduced IEP team members: 77% Yes&#10;Student stated purpose of the meeting: 70% Yes&#10;Student reviewed past goals and progress: 53% Yes&#10;Student asked for feedback: 22% Yes&#10;Student asked questions if didn’t understand: 35% Yes&#10;Student dealt with differences in opinion: 17% Yes&#10;Student stated needed support: 25% Yes&#10;Student expressed interests: 72% Yes&#10;Student expressed skills and limits: 43% Yes&#10;Student expressed options and goals: 53% Yes&#10;Student closed meeting by thanking everyone: 14% Yes">
            <a:extLst>
              <a:ext uri="{FF2B5EF4-FFF2-40B4-BE49-F238E27FC236}">
                <a16:creationId xmlns:a16="http://schemas.microsoft.com/office/drawing/2014/main" id="{597BAC89-F8B4-A199-F091-82E337A66101}"/>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572000" y="1081222"/>
            <a:ext cx="4380728" cy="3527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7706749"/>
      </p:ext>
    </p:extLst>
  </p:cSld>
  <p:clrMapOvr>
    <a:masterClrMapping/>
  </p:clrMapOvr>
  <p:transition spd="slow" advTm="30683">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Garrett Takes Charge </a:t>
            </a:r>
            <a:endParaRPr sz="4000" dirty="0">
              <a:latin typeface="Verdana Pro" panose="020B0604030504040204" pitchFamily="34" charset="0"/>
            </a:endParaRPr>
          </a:p>
        </p:txBody>
      </p:sp>
      <p:sp>
        <p:nvSpPr>
          <p:cNvPr id="4" name="TextBox 3">
            <a:extLst>
              <a:ext uri="{FF2B5EF4-FFF2-40B4-BE49-F238E27FC236}">
                <a16:creationId xmlns:a16="http://schemas.microsoft.com/office/drawing/2014/main" id="{E8F6BCB3-7447-3B31-E51F-227BD4FC6475}"/>
              </a:ext>
            </a:extLst>
          </p:cNvPr>
          <p:cNvSpPr txBox="1"/>
          <p:nvPr/>
        </p:nvSpPr>
        <p:spPr>
          <a:xfrm>
            <a:off x="1653128" y="1386267"/>
            <a:ext cx="4621548" cy="646331"/>
          </a:xfrm>
          <a:prstGeom prst="rect">
            <a:avLst/>
          </a:prstGeom>
          <a:noFill/>
        </p:spPr>
        <p:txBody>
          <a:bodyPr wrap="square">
            <a:spAutoFit/>
          </a:bodyPr>
          <a:lstStyle/>
          <a:p>
            <a:endParaRPr lang="en-US" dirty="0"/>
          </a:p>
          <a:p>
            <a:r>
              <a:rPr lang="en-US" dirty="0">
                <a:hlinkClick r:id="rId4"/>
              </a:rPr>
              <a:t>Garret Takes Charge Video</a:t>
            </a:r>
            <a:endParaRPr lang="en-US" dirty="0"/>
          </a:p>
        </p:txBody>
      </p:sp>
    </p:spTree>
    <p:custDataLst>
      <p:tags r:id="rId1"/>
    </p:custDataLst>
    <p:extLst>
      <p:ext uri="{BB962C8B-B14F-4D97-AF65-F5344CB8AC3E}">
        <p14:creationId xmlns:p14="http://schemas.microsoft.com/office/powerpoint/2010/main" val="1323967531"/>
      </p:ext>
    </p:extLst>
  </p:cSld>
  <p:clrMapOvr>
    <a:masterClrMapping/>
  </p:clrMapOvr>
  <p:transition spd="slow" advTm="253097">
    <p:fade thruBlk="1"/>
  </p:transition>
  <p:extLst>
    <p:ext uri="{E180D4A7-C9FB-4DFB-919C-405C955672EB}">
      <p14:showEvtLst xmlns:p14="http://schemas.microsoft.com/office/powerpoint/2010/main">
        <p14:playEvt time="25945" objId="2"/>
        <p14:stopEvt time="250685" objId="2"/>
      </p14:showEvtLst>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3" name="Google Shape;523;p69"/>
          <p:cNvSpPr txBox="1">
            <a:spLocks noGrp="1"/>
          </p:cNvSpPr>
          <p:nvPr>
            <p:ph type="title"/>
          </p:nvPr>
        </p:nvSpPr>
        <p:spPr>
          <a:xfrm>
            <a:off x="255753" y="765727"/>
            <a:ext cx="7886700" cy="2139553"/>
          </a:xfrm>
        </p:spPr>
        <p:txBody>
          <a:bodyPr spcFirstLastPara="1" lIns="91425" tIns="91425" rIns="91425" bIns="91425" anchor="b" anchorCtr="0">
            <a:normAutofit/>
          </a:bodyPr>
          <a:lstStyle/>
          <a:p>
            <a:pPr marL="0" lvl="0" indent="0" rtl="0">
              <a:spcBef>
                <a:spcPts val="0"/>
              </a:spcBef>
              <a:spcAft>
                <a:spcPts val="0"/>
              </a:spcAft>
              <a:buNone/>
            </a:pPr>
            <a:r>
              <a:rPr lang="en-US" dirty="0"/>
              <a:t>What does Best Practice say?</a:t>
            </a:r>
          </a:p>
        </p:txBody>
      </p:sp>
    </p:spTree>
    <p:extLst>
      <p:ext uri="{BB962C8B-B14F-4D97-AF65-F5344CB8AC3E}">
        <p14:creationId xmlns:p14="http://schemas.microsoft.com/office/powerpoint/2010/main" val="388803113"/>
      </p:ext>
    </p:extLst>
  </p:cSld>
  <p:clrMapOvr>
    <a:masterClrMapping/>
  </p:clrMapOvr>
  <p:transition spd="slow" advTm="12778">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628650" y="273844"/>
            <a:ext cx="7886700" cy="994172"/>
          </a:xfrm>
        </p:spPr>
        <p:txBody>
          <a:bodyPr spcFirstLastPara="1" vert="horz" lIns="91440" tIns="45720" rIns="91440" bIns="45720" rtlCol="0" anchor="ctr" anchorCtr="0">
            <a:normAutofit/>
          </a:bodyPr>
          <a:lstStyle/>
          <a:p>
            <a:pPr marL="0" lvl="0" indent="0">
              <a:spcAft>
                <a:spcPts val="0"/>
              </a:spcAft>
            </a:pPr>
            <a:r>
              <a:rPr lang="en-US" sz="3100" kern="1200" dirty="0">
                <a:latin typeface="Atkinson Hyperlegible Next" pitchFamily="50" charset="0"/>
                <a:ea typeface="+mj-ea"/>
                <a:cs typeface="+mj-cs"/>
              </a:rPr>
              <a:t>Best Practice Recommendations for Transition Assessments</a:t>
            </a:r>
          </a:p>
        </p:txBody>
      </p:sp>
      <p:sp>
        <p:nvSpPr>
          <p:cNvPr id="2" name="Google Shape;466;p65">
            <a:extLst>
              <a:ext uri="{FF2B5EF4-FFF2-40B4-BE49-F238E27FC236}">
                <a16:creationId xmlns:a16="http://schemas.microsoft.com/office/drawing/2014/main" id="{92031791-15F9-5D6A-2E55-D0C5E1D8911A}"/>
              </a:ext>
            </a:extLst>
          </p:cNvPr>
          <p:cNvSpPr txBox="1">
            <a:spLocks/>
          </p:cNvSpPr>
          <p:nvPr/>
        </p:nvSpPr>
        <p:spPr>
          <a:xfrm>
            <a:off x="628650" y="1369219"/>
            <a:ext cx="3886200" cy="3263504"/>
          </a:xfrm>
          <a:prstGeom prst="rect">
            <a:avLst/>
          </a:prstGeom>
        </p:spPr>
        <p:txBody>
          <a:bodyPr spcFirstLastPara="1" vert="horz" lIns="91440" tIns="45720" rIns="91440" bIns="45720" rtlCol="0"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171450" indent="-171450" defTabSz="685800">
              <a:lnSpc>
                <a:spcPct val="90000"/>
              </a:lnSpc>
              <a:spcBef>
                <a:spcPts val="750"/>
              </a:spcBef>
              <a:buSzPts val="1100"/>
              <a:buFont typeface="Arial" panose="020B0604020202020204" pitchFamily="34" charset="0"/>
              <a:buChar char="•"/>
            </a:pPr>
            <a:r>
              <a:rPr lang="en-US" sz="2100" dirty="0">
                <a:solidFill>
                  <a:schemeClr val="accent6"/>
                </a:solidFill>
                <a:latin typeface="Atkinson Hyperlegible Next" pitchFamily="50" charset="0"/>
                <a:ea typeface="+mn-ea"/>
                <a:cs typeface="+mn-cs"/>
              </a:rPr>
              <a:t>Prince et al., 2014</a:t>
            </a:r>
          </a:p>
        </p:txBody>
      </p:sp>
      <p:graphicFrame>
        <p:nvGraphicFramePr>
          <p:cNvPr id="468" name="Google Shape;466;p65" descr="Bullet list using decorative bullets for: Usea a variety of transition assessments (2+); Use at least one FORMAL assessment; Tailored to student's NEEDS; Update transition assessments ANNUALLY; Reflect student's skills and interests; Include a sweries of practical goals">
            <a:extLst>
              <a:ext uri="{FF2B5EF4-FFF2-40B4-BE49-F238E27FC236}">
                <a16:creationId xmlns:a16="http://schemas.microsoft.com/office/drawing/2014/main" id="{CB433068-746E-D034-13C8-3CB67EF78F1B}"/>
              </a:ext>
            </a:extLst>
          </p:cNvPr>
          <p:cNvGraphicFramePr/>
          <p:nvPr>
            <p:extLst>
              <p:ext uri="{D42A27DB-BD31-4B8C-83A1-F6EECF244321}">
                <p14:modId xmlns:p14="http://schemas.microsoft.com/office/powerpoint/2010/main" val="1906265000"/>
              </p:ext>
            </p:extLst>
          </p:nvPr>
        </p:nvGraphicFramePr>
        <p:xfrm>
          <a:off x="4629150" y="1369219"/>
          <a:ext cx="38862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09587742"/>
      </p:ext>
    </p:extLst>
  </p:cSld>
  <p:clrMapOvr>
    <a:masterClrMapping/>
  </p:clrMapOvr>
  <p:transition spd="slow" advTm="167151">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35349EC-D3C5-854E-9D89-2A3D4E0EE1EC}"/>
              </a:ext>
            </a:extLst>
          </p:cNvPr>
          <p:cNvSpPr>
            <a:spLocks noGrp="1"/>
          </p:cNvSpPr>
          <p:nvPr>
            <p:ph type="title"/>
          </p:nvPr>
        </p:nvSpPr>
        <p:spPr/>
        <p:txBody>
          <a:bodyPr/>
          <a:lstStyle/>
          <a:p>
            <a:r>
              <a:rPr lang="en-US" dirty="0"/>
              <a:t>Formal Vs. Informal Assessments</a:t>
            </a:r>
          </a:p>
        </p:txBody>
      </p:sp>
      <p:sp>
        <p:nvSpPr>
          <p:cNvPr id="10" name="Content Placeholder 2">
            <a:extLst>
              <a:ext uri="{FF2B5EF4-FFF2-40B4-BE49-F238E27FC236}">
                <a16:creationId xmlns:a16="http://schemas.microsoft.com/office/drawing/2014/main" id="{CD062AF3-418B-C672-828F-6858743EAC8E}"/>
              </a:ext>
            </a:extLst>
          </p:cNvPr>
          <p:cNvSpPr>
            <a:spLocks noGrp="1"/>
          </p:cNvSpPr>
          <p:nvPr>
            <p:ph idx="1"/>
          </p:nvPr>
        </p:nvSpPr>
        <p:spPr/>
        <p:txBody>
          <a:bodyPr/>
          <a:lstStyle/>
          <a:p>
            <a:r>
              <a:rPr lang="en-US" b="1" dirty="0"/>
              <a:t>Formal Assessments:</a:t>
            </a:r>
            <a:r>
              <a:rPr lang="en-US" dirty="0"/>
              <a:t> Validated and reliable</a:t>
            </a:r>
          </a:p>
          <a:p>
            <a:pPr marL="0" indent="0">
              <a:buNone/>
            </a:pPr>
            <a:r>
              <a:rPr lang="en-US" dirty="0"/>
              <a:t>	Examples: TAGG, AIR, SDLMI</a:t>
            </a:r>
          </a:p>
          <a:p>
            <a:r>
              <a:rPr lang="en-US" b="1" dirty="0"/>
              <a:t>Informal Assessments:</a:t>
            </a:r>
            <a:r>
              <a:rPr lang="en-US" dirty="0"/>
              <a:t> Still valuable, but not validated</a:t>
            </a:r>
          </a:p>
          <a:p>
            <a:pPr marL="0" indent="0">
              <a:buNone/>
            </a:pPr>
            <a:r>
              <a:rPr lang="en-US" dirty="0"/>
              <a:t>	Examples: KC Life Skills, student interviews</a:t>
            </a:r>
          </a:p>
          <a:p>
            <a:r>
              <a:rPr lang="en-US" b="1" dirty="0"/>
              <a:t>NOT:</a:t>
            </a:r>
            <a:r>
              <a:rPr lang="en-US" dirty="0"/>
              <a:t> BuzzFeed quizzes (those are just for fun!)</a:t>
            </a:r>
          </a:p>
          <a:p>
            <a:endParaRPr lang="en-US" dirty="0"/>
          </a:p>
        </p:txBody>
      </p:sp>
    </p:spTree>
    <p:extLst>
      <p:ext uri="{BB962C8B-B14F-4D97-AF65-F5344CB8AC3E}">
        <p14:creationId xmlns:p14="http://schemas.microsoft.com/office/powerpoint/2010/main" val="3719855972"/>
      </p:ext>
    </p:extLst>
  </p:cSld>
  <p:clrMapOvr>
    <a:masterClrMapping/>
  </p:clrMapOvr>
  <p:transition spd="slow" advTm="35468">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vert="horz" lIns="91440" tIns="45720" rIns="91440" bIns="45720" rtlCol="0" anchor="ctr" anchorCtr="0">
            <a:normAutofit/>
          </a:bodyPr>
          <a:lstStyle/>
          <a:p>
            <a:pPr marL="0" lvl="0" indent="0">
              <a:spcAft>
                <a:spcPts val="0"/>
              </a:spcAft>
            </a:pPr>
            <a:r>
              <a:rPr lang="en-US" sz="2100" kern="1200" dirty="0">
                <a:latin typeface="Atkinson Hyperlegible Next" pitchFamily="50" charset="0"/>
                <a:ea typeface="+mj-ea"/>
                <a:cs typeface="+mj-cs"/>
              </a:rPr>
              <a:t>“School teams should ensure that student participation is maximized, including structuring meetings in such a way that student attendance and participation is facilitated”</a:t>
            </a:r>
          </a:p>
        </p:txBody>
      </p:sp>
      <p:sp>
        <p:nvSpPr>
          <p:cNvPr id="2" name="Google Shape;466;p65">
            <a:extLst>
              <a:ext uri="{FF2B5EF4-FFF2-40B4-BE49-F238E27FC236}">
                <a16:creationId xmlns:a16="http://schemas.microsoft.com/office/drawing/2014/main" id="{92031791-15F9-5D6A-2E55-D0C5E1D8911A}"/>
              </a:ext>
            </a:extLst>
          </p:cNvPr>
          <p:cNvSpPr txBox="1">
            <a:spLocks/>
          </p:cNvSpPr>
          <p:nvPr/>
        </p:nvSpPr>
        <p:spPr>
          <a:xfrm>
            <a:off x="628650" y="1387032"/>
            <a:ext cx="7166508" cy="3263504"/>
          </a:xfrm>
          <a:prstGeom prst="rect">
            <a:avLst/>
          </a:prstGeom>
        </p:spPr>
        <p:txBody>
          <a:bodyPr spcFirstLastPara="1" vert="horz" lIns="91440" tIns="45720" rIns="91440" bIns="45720" rtlCol="0"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171450" indent="-171450" defTabSz="685800">
              <a:lnSpc>
                <a:spcPct val="90000"/>
              </a:lnSpc>
              <a:spcBef>
                <a:spcPts val="750"/>
              </a:spcBef>
              <a:buSzPts val="1100"/>
              <a:buFont typeface="Arial" panose="020B0604020202020204" pitchFamily="34" charset="0"/>
              <a:buChar char="•"/>
            </a:pPr>
            <a:r>
              <a:rPr lang="en-US" sz="2100" dirty="0">
                <a:solidFill>
                  <a:schemeClr val="accent6"/>
                </a:solidFill>
                <a:latin typeface="Atkinson Hyperlegible Next" pitchFamily="50" charset="0"/>
                <a:ea typeface="+mn-ea"/>
                <a:cs typeface="+mn-cs"/>
              </a:rPr>
              <a:t>Prince et al., 2014, p. 46</a:t>
            </a:r>
          </a:p>
          <a:p>
            <a:pPr marL="171450" indent="-171450" defTabSz="685800">
              <a:lnSpc>
                <a:spcPct val="90000"/>
              </a:lnSpc>
              <a:spcBef>
                <a:spcPts val="750"/>
              </a:spcBef>
              <a:buSzPts val="1100"/>
              <a:buFont typeface="Arial" panose="020B0604020202020204" pitchFamily="34" charset="0"/>
              <a:buChar char="•"/>
            </a:pPr>
            <a:endParaRPr lang="en-US" sz="2100" dirty="0">
              <a:solidFill>
                <a:schemeClr val="accent6"/>
              </a:solidFill>
              <a:latin typeface="Atkinson Hyperlegible Next" pitchFamily="50" charset="0"/>
              <a:ea typeface="+mn-ea"/>
              <a:cs typeface="+mn-cs"/>
            </a:endParaRPr>
          </a:p>
          <a:p>
            <a:pPr marL="0" indent="0" defTabSz="685800">
              <a:lnSpc>
                <a:spcPct val="90000"/>
              </a:lnSpc>
              <a:spcBef>
                <a:spcPts val="750"/>
              </a:spcBef>
              <a:buSzPts val="1100"/>
            </a:pPr>
            <a:r>
              <a:rPr lang="en-US" sz="2100" b="1" dirty="0">
                <a:solidFill>
                  <a:schemeClr val="accent6"/>
                </a:solidFill>
                <a:latin typeface="Atkinson Hyperlegible Next" pitchFamily="50" charset="0"/>
                <a:ea typeface="+mn-ea"/>
                <a:cs typeface="+mn-cs"/>
              </a:rPr>
              <a:t>Key Point: </a:t>
            </a:r>
            <a:r>
              <a:rPr lang="en-US" sz="2100" dirty="0">
                <a:solidFill>
                  <a:schemeClr val="accent6"/>
                </a:solidFill>
                <a:latin typeface="Atkinson Hyperlegible Next" pitchFamily="50" charset="0"/>
                <a:ea typeface="+mn-ea"/>
                <a:cs typeface="+mn-cs"/>
              </a:rPr>
              <a:t>This requires intentional planning BEFORE the meeting.</a:t>
            </a:r>
            <a:endParaRPr lang="en-US" sz="2100" b="1" dirty="0">
              <a:solidFill>
                <a:schemeClr val="accent6"/>
              </a:solidFill>
              <a:latin typeface="Atkinson Hyperlegible Next" pitchFamily="50" charset="0"/>
              <a:ea typeface="+mn-ea"/>
              <a:cs typeface="+mn-cs"/>
            </a:endParaRPr>
          </a:p>
        </p:txBody>
      </p:sp>
    </p:spTree>
    <p:extLst>
      <p:ext uri="{BB962C8B-B14F-4D97-AF65-F5344CB8AC3E}">
        <p14:creationId xmlns:p14="http://schemas.microsoft.com/office/powerpoint/2010/main" val="3800103309"/>
      </p:ext>
    </p:extLst>
  </p:cSld>
  <p:clrMapOvr>
    <a:masterClrMapping/>
  </p:clrMapOvr>
  <p:transition spd="slow" advTm="61899">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64"/>
          <p:cNvSpPr txBox="1">
            <a:spLocks noGrp="1"/>
          </p:cNvSpPr>
          <p:nvPr>
            <p:ph type="title"/>
          </p:nvPr>
        </p:nvSpPr>
        <p:spPr/>
        <p:txBody>
          <a:bodyPr spcFirstLastPara="1" lIns="91425" tIns="91425" rIns="91425" bIns="91425" anchor="b" anchorCtr="0">
            <a:normAutofit/>
          </a:bodyPr>
          <a:lstStyle/>
          <a:p>
            <a:pPr marL="0" lvl="0" indent="0" rtl="0">
              <a:spcBef>
                <a:spcPts val="0"/>
              </a:spcBef>
              <a:spcAft>
                <a:spcPts val="0"/>
              </a:spcAft>
              <a:buNone/>
            </a:pPr>
            <a:r>
              <a:rPr lang="en-US"/>
              <a:t>Benefits of</a:t>
            </a:r>
            <a:br>
              <a:rPr lang="en-US"/>
            </a:br>
            <a:r>
              <a:rPr lang="en-US"/>
              <a:t>Student Involvement in the IEP</a:t>
            </a:r>
          </a:p>
        </p:txBody>
      </p:sp>
    </p:spTree>
    <p:extLst>
      <p:ext uri="{BB962C8B-B14F-4D97-AF65-F5344CB8AC3E}">
        <p14:creationId xmlns:p14="http://schemas.microsoft.com/office/powerpoint/2010/main" val="4042822317"/>
      </p:ext>
    </p:extLst>
  </p:cSld>
  <p:clrMapOvr>
    <a:masterClrMapping/>
  </p:clrMapOvr>
  <p:transition spd="slow" advTm="6877">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vert="horz" lIns="91440" tIns="45720" rIns="91440" bIns="45720" rtlCol="0" anchor="ctr" anchorCtr="0">
            <a:normAutofit/>
          </a:bodyPr>
          <a:lstStyle/>
          <a:p>
            <a:pPr marL="0" lvl="0" indent="0">
              <a:spcAft>
                <a:spcPts val="0"/>
              </a:spcAft>
            </a:pPr>
            <a:r>
              <a:rPr lang="en-US" sz="1600" kern="1200" dirty="0">
                <a:latin typeface="Atkinson Hyperlegible Next" pitchFamily="50" charset="0"/>
                <a:ea typeface="+mj-ea"/>
                <a:cs typeface="+mj-cs"/>
              </a:rPr>
              <a:t>There is a strong positive correlation between student involvement in the IEP and academic achievement—students take ownership of their educational performance and planning.</a:t>
            </a:r>
          </a:p>
        </p:txBody>
      </p:sp>
      <p:sp>
        <p:nvSpPr>
          <p:cNvPr id="2" name="Google Shape;466;p65">
            <a:extLst>
              <a:ext uri="{FF2B5EF4-FFF2-40B4-BE49-F238E27FC236}">
                <a16:creationId xmlns:a16="http://schemas.microsoft.com/office/drawing/2014/main" id="{92031791-15F9-5D6A-2E55-D0C5E1D8911A}"/>
              </a:ext>
            </a:extLst>
          </p:cNvPr>
          <p:cNvSpPr txBox="1">
            <a:spLocks/>
          </p:cNvSpPr>
          <p:nvPr/>
        </p:nvSpPr>
        <p:spPr>
          <a:xfrm>
            <a:off x="2143125" y="1369219"/>
            <a:ext cx="6372225" cy="3263504"/>
          </a:xfrm>
          <a:prstGeom prst="rect">
            <a:avLst/>
          </a:prstGeom>
        </p:spPr>
        <p:txBody>
          <a:bodyPr spcFirstLastPara="1" vert="horz" lIns="91440" tIns="45720" rIns="91440" bIns="45720" rtlCol="0"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171450" indent="-171450" defTabSz="685800">
              <a:lnSpc>
                <a:spcPct val="90000"/>
              </a:lnSpc>
              <a:spcBef>
                <a:spcPts val="750"/>
              </a:spcBef>
              <a:buSzPts val="1100"/>
              <a:buFont typeface="Arial" panose="020B0604020202020204" pitchFamily="34" charset="0"/>
              <a:buChar char="•"/>
            </a:pPr>
            <a:r>
              <a:rPr lang="en-US" sz="2100" dirty="0">
                <a:solidFill>
                  <a:schemeClr val="accent6"/>
                </a:solidFill>
                <a:latin typeface="Atkinson Hyperlegible Next" pitchFamily="50" charset="0"/>
                <a:ea typeface="+mn-ea"/>
                <a:cs typeface="+mn-cs"/>
              </a:rPr>
              <a:t>Barnard-Brak &amp; </a:t>
            </a:r>
            <a:r>
              <a:rPr lang="en-US" sz="2100" dirty="0" err="1">
                <a:solidFill>
                  <a:schemeClr val="accent6"/>
                </a:solidFill>
                <a:latin typeface="Atkinson Hyperlegible Next" pitchFamily="50" charset="0"/>
                <a:ea typeface="+mn-ea"/>
                <a:cs typeface="+mn-cs"/>
              </a:rPr>
              <a:t>Lechtenberger</a:t>
            </a:r>
            <a:r>
              <a:rPr lang="en-US" sz="2100" dirty="0">
                <a:solidFill>
                  <a:schemeClr val="accent6"/>
                </a:solidFill>
                <a:latin typeface="Atkinson Hyperlegible Next" pitchFamily="50" charset="0"/>
                <a:ea typeface="+mn-ea"/>
                <a:cs typeface="+mn-cs"/>
              </a:rPr>
              <a:t>, 2010</a:t>
            </a:r>
          </a:p>
        </p:txBody>
      </p:sp>
    </p:spTree>
    <p:extLst>
      <p:ext uri="{BB962C8B-B14F-4D97-AF65-F5344CB8AC3E}">
        <p14:creationId xmlns:p14="http://schemas.microsoft.com/office/powerpoint/2010/main" val="2031691028"/>
      </p:ext>
    </p:extLst>
  </p:cSld>
  <p:clrMapOvr>
    <a:masterClrMapping/>
  </p:clrMapOvr>
  <p:transition spd="slow" advTm="26336">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vert="horz" lIns="91440" tIns="45720" rIns="91440" bIns="45720" rtlCol="0" anchor="ctr" anchorCtr="0">
            <a:normAutofit/>
          </a:bodyPr>
          <a:lstStyle/>
          <a:p>
            <a:pPr marL="0" lvl="0" indent="0">
              <a:spcAft>
                <a:spcPts val="0"/>
              </a:spcAft>
            </a:pPr>
            <a:r>
              <a:rPr lang="en-US" sz="2100" kern="1200" dirty="0">
                <a:latin typeface="Atkinson Hyperlegible Next" pitchFamily="50" charset="0"/>
                <a:ea typeface="+mj-ea"/>
                <a:cs typeface="+mj-cs"/>
              </a:rPr>
              <a:t>When students with disabilities are involved in their own IEPs they “tended to be more aware of their disability, its impact on their school performance, and their need for self-advocacy.”</a:t>
            </a:r>
          </a:p>
        </p:txBody>
      </p:sp>
      <p:sp>
        <p:nvSpPr>
          <p:cNvPr id="2" name="Google Shape;466;p65">
            <a:extLst>
              <a:ext uri="{FF2B5EF4-FFF2-40B4-BE49-F238E27FC236}">
                <a16:creationId xmlns:a16="http://schemas.microsoft.com/office/drawing/2014/main" id="{92031791-15F9-5D6A-2E55-D0C5E1D8911A}"/>
              </a:ext>
            </a:extLst>
          </p:cNvPr>
          <p:cNvSpPr txBox="1">
            <a:spLocks/>
          </p:cNvSpPr>
          <p:nvPr/>
        </p:nvSpPr>
        <p:spPr>
          <a:xfrm>
            <a:off x="628650" y="1369219"/>
            <a:ext cx="7886700" cy="3263504"/>
          </a:xfrm>
          <a:prstGeom prst="rect">
            <a:avLst/>
          </a:prstGeom>
        </p:spPr>
        <p:txBody>
          <a:bodyPr spcFirstLastPara="1" vert="horz" lIns="91440" tIns="45720" rIns="91440" bIns="45720" rtlCol="0"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171450" indent="-171450" defTabSz="685800">
              <a:lnSpc>
                <a:spcPct val="90000"/>
              </a:lnSpc>
              <a:spcBef>
                <a:spcPts val="750"/>
              </a:spcBef>
              <a:buSzPts val="1100"/>
              <a:buFont typeface="Arial" panose="020B0604020202020204" pitchFamily="34" charset="0"/>
              <a:buChar char="•"/>
            </a:pPr>
            <a:r>
              <a:rPr lang="en-US" sz="2100" dirty="0">
                <a:solidFill>
                  <a:schemeClr val="accent6"/>
                </a:solidFill>
                <a:latin typeface="Atkinson Hyperlegible Next" pitchFamily="50" charset="0"/>
                <a:ea typeface="+mn-ea"/>
                <a:cs typeface="+mn-cs"/>
              </a:rPr>
              <a:t>Mason et al., 2002, p. 188</a:t>
            </a:r>
          </a:p>
        </p:txBody>
      </p:sp>
    </p:spTree>
    <p:extLst>
      <p:ext uri="{BB962C8B-B14F-4D97-AF65-F5344CB8AC3E}">
        <p14:creationId xmlns:p14="http://schemas.microsoft.com/office/powerpoint/2010/main" val="134752315"/>
      </p:ext>
    </p:extLst>
  </p:cSld>
  <p:clrMapOvr>
    <a:masterClrMapping/>
  </p:clrMapOvr>
  <p:transition spd="slow" advTm="21468">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vert="horz" lIns="91440" tIns="45720" rIns="91440" bIns="45720" rtlCol="0" anchor="b" anchorCtr="0">
            <a:normAutofit/>
          </a:bodyPr>
          <a:lstStyle/>
          <a:p>
            <a:pPr marL="0" lvl="0" indent="0">
              <a:spcAft>
                <a:spcPts val="0"/>
              </a:spcAft>
            </a:pPr>
            <a:r>
              <a:rPr lang="en-US" sz="2000" kern="1200" dirty="0">
                <a:latin typeface="Atkinson Hyperlegible Next" pitchFamily="50" charset="0"/>
                <a:ea typeface="+mj-ea"/>
                <a:cs typeface="+mj-cs"/>
              </a:rPr>
              <a:t>Student involvement in the IEP provides the opportunity for students to learn and practice: </a:t>
            </a:r>
          </a:p>
        </p:txBody>
      </p:sp>
      <p:sp>
        <p:nvSpPr>
          <p:cNvPr id="2" name="Google Shape;466;p65">
            <a:extLst>
              <a:ext uri="{FF2B5EF4-FFF2-40B4-BE49-F238E27FC236}">
                <a16:creationId xmlns:a16="http://schemas.microsoft.com/office/drawing/2014/main" id="{A0964926-B7F9-7BA0-7D69-A8856368A12F}"/>
              </a:ext>
            </a:extLst>
          </p:cNvPr>
          <p:cNvSpPr txBox="1">
            <a:spLocks/>
          </p:cNvSpPr>
          <p:nvPr/>
        </p:nvSpPr>
        <p:spPr>
          <a:xfrm>
            <a:off x="629841" y="1543050"/>
            <a:ext cx="2949178" cy="2858691"/>
          </a:xfrm>
          <a:prstGeom prst="rect">
            <a:avLst/>
          </a:prstGeom>
        </p:spPr>
        <p:txBody>
          <a:bodyPr spcFirstLastPara="1" vert="horz" lIns="91440" tIns="45720" rIns="91440" bIns="45720" rtlCol="0"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defTabSz="685800">
              <a:lnSpc>
                <a:spcPct val="90000"/>
              </a:lnSpc>
              <a:spcBef>
                <a:spcPts val="750"/>
              </a:spcBef>
              <a:buSzPts val="1100"/>
            </a:pPr>
            <a:r>
              <a:rPr lang="en-US" kern="1200" dirty="0">
                <a:solidFill>
                  <a:schemeClr val="accent6"/>
                </a:solidFill>
                <a:latin typeface="Atkinson Hyperlegible Next" pitchFamily="50" charset="0"/>
                <a:ea typeface="+mn-ea"/>
                <a:cs typeface="+mn-cs"/>
              </a:rPr>
              <a:t>Martin et al., 2006; </a:t>
            </a:r>
            <a:r>
              <a:rPr lang="en-US" kern="1200" dirty="0" err="1">
                <a:solidFill>
                  <a:schemeClr val="accent6"/>
                </a:solidFill>
                <a:latin typeface="Atkinson Hyperlegible Next" pitchFamily="50" charset="0"/>
                <a:ea typeface="+mn-ea"/>
                <a:cs typeface="+mn-cs"/>
              </a:rPr>
              <a:t>Torgensen</a:t>
            </a:r>
            <a:r>
              <a:rPr lang="en-US" kern="1200" dirty="0">
                <a:solidFill>
                  <a:schemeClr val="accent6"/>
                </a:solidFill>
                <a:latin typeface="Atkinson Hyperlegible Next" pitchFamily="50" charset="0"/>
                <a:ea typeface="+mn-ea"/>
                <a:cs typeface="+mn-cs"/>
              </a:rPr>
              <a:t> et al., 2004</a:t>
            </a:r>
          </a:p>
        </p:txBody>
      </p:sp>
      <p:graphicFrame>
        <p:nvGraphicFramePr>
          <p:cNvPr id="468" name="Google Shape;466;p65" descr="List:&#10;Important social skills&#10;Self-advocacy&#10;Public speaking&#10;Self-evaluation&#10;Mediation skills&#10;Goal setting and attainment">
            <a:extLst>
              <a:ext uri="{FF2B5EF4-FFF2-40B4-BE49-F238E27FC236}">
                <a16:creationId xmlns:a16="http://schemas.microsoft.com/office/drawing/2014/main" id="{A1F7DDB0-2132-9E0D-AA90-975C226BAFF1}"/>
              </a:ext>
            </a:extLst>
          </p:cNvPr>
          <p:cNvGraphicFramePr/>
          <p:nvPr>
            <p:extLst>
              <p:ext uri="{D42A27DB-BD31-4B8C-83A1-F6EECF244321}">
                <p14:modId xmlns:p14="http://schemas.microsoft.com/office/powerpoint/2010/main" val="4204220693"/>
              </p:ext>
            </p:extLst>
          </p:nvPr>
        </p:nvGraphicFramePr>
        <p:xfrm>
          <a:off x="3887391" y="740569"/>
          <a:ext cx="4629150" cy="3655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19986548"/>
      </p:ext>
    </p:extLst>
  </p:cSld>
  <p:clrMapOvr>
    <a:masterClrMapping/>
  </p:clrMapOvr>
  <p:transition spd="slow" advTm="32408">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vert="horz" lIns="91440" tIns="45720" rIns="91440" bIns="45720" rtlCol="0" anchor="ctr" anchorCtr="0">
            <a:normAutofit/>
          </a:bodyPr>
          <a:lstStyle/>
          <a:p>
            <a:pPr marL="0" lvl="0" indent="0">
              <a:spcAft>
                <a:spcPts val="0"/>
              </a:spcAft>
            </a:pPr>
            <a:r>
              <a:rPr lang="en-US" sz="3100" kern="1200" dirty="0">
                <a:latin typeface="Atkinson Hyperlegible Next" pitchFamily="50" charset="0"/>
                <a:ea typeface="+mj-ea"/>
                <a:cs typeface="+mj-cs"/>
              </a:rPr>
              <a:t>Benefits of elementary students' involvement in their IEP includes: </a:t>
            </a:r>
          </a:p>
        </p:txBody>
      </p:sp>
      <p:sp>
        <p:nvSpPr>
          <p:cNvPr id="2" name="Google Shape;466;p65">
            <a:extLst>
              <a:ext uri="{FF2B5EF4-FFF2-40B4-BE49-F238E27FC236}">
                <a16:creationId xmlns:a16="http://schemas.microsoft.com/office/drawing/2014/main" id="{A0964926-B7F9-7BA0-7D69-A8856368A12F}"/>
              </a:ext>
            </a:extLst>
          </p:cNvPr>
          <p:cNvSpPr txBox="1">
            <a:spLocks/>
          </p:cNvSpPr>
          <p:nvPr/>
        </p:nvSpPr>
        <p:spPr>
          <a:xfrm>
            <a:off x="628650" y="1369219"/>
            <a:ext cx="3886200" cy="3263504"/>
          </a:xfrm>
          <a:prstGeom prst="rect">
            <a:avLst/>
          </a:prstGeom>
        </p:spPr>
        <p:txBody>
          <a:bodyPr spcFirstLastPara="1" vert="horz" lIns="91440" tIns="45720" rIns="91440" bIns="45720" rtlCol="0"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171450" indent="-171450" defTabSz="685800">
              <a:lnSpc>
                <a:spcPct val="90000"/>
              </a:lnSpc>
              <a:spcBef>
                <a:spcPts val="750"/>
              </a:spcBef>
              <a:buSzPts val="1100"/>
              <a:buFont typeface="Arial" panose="020B0604020202020204" pitchFamily="34" charset="0"/>
              <a:buChar char="•"/>
            </a:pPr>
            <a:r>
              <a:rPr lang="en-US" sz="2100" dirty="0">
                <a:solidFill>
                  <a:schemeClr val="accent6"/>
                </a:solidFill>
                <a:latin typeface="Atkinson Hyperlegible Next" pitchFamily="50" charset="0"/>
                <a:ea typeface="+mn-ea"/>
                <a:cs typeface="+mn-cs"/>
              </a:rPr>
              <a:t>Danneker &amp; </a:t>
            </a:r>
            <a:r>
              <a:rPr lang="en-US" sz="2100" dirty="0" err="1">
                <a:solidFill>
                  <a:schemeClr val="accent6"/>
                </a:solidFill>
                <a:latin typeface="Atkinson Hyperlegible Next" pitchFamily="50" charset="0"/>
                <a:ea typeface="+mn-ea"/>
                <a:cs typeface="+mn-cs"/>
              </a:rPr>
              <a:t>Bottage</a:t>
            </a:r>
            <a:r>
              <a:rPr lang="en-US" sz="2100" dirty="0">
                <a:solidFill>
                  <a:schemeClr val="accent6"/>
                </a:solidFill>
                <a:latin typeface="Atkinson Hyperlegible Next" pitchFamily="50" charset="0"/>
                <a:ea typeface="+mn-ea"/>
                <a:cs typeface="+mn-cs"/>
              </a:rPr>
              <a:t>, 2009</a:t>
            </a:r>
          </a:p>
        </p:txBody>
      </p:sp>
      <p:graphicFrame>
        <p:nvGraphicFramePr>
          <p:cNvPr id="468" name="Google Shape;466;p65" descr="List:&#10;Meetings becoming more student-centered&#10;Students have the opportunity to practice self-determination skills in authentic settings&#10;Adults in the IEP meetings note increased efforts to solve problems collaboratively">
            <a:extLst>
              <a:ext uri="{FF2B5EF4-FFF2-40B4-BE49-F238E27FC236}">
                <a16:creationId xmlns:a16="http://schemas.microsoft.com/office/drawing/2014/main" id="{C9A94E8E-DDB3-BF69-6190-53D6C11C487A}"/>
              </a:ext>
            </a:extLst>
          </p:cNvPr>
          <p:cNvGraphicFramePr/>
          <p:nvPr>
            <p:extLst>
              <p:ext uri="{D42A27DB-BD31-4B8C-83A1-F6EECF244321}">
                <p14:modId xmlns:p14="http://schemas.microsoft.com/office/powerpoint/2010/main" val="1728111555"/>
              </p:ext>
            </p:extLst>
          </p:nvPr>
        </p:nvGraphicFramePr>
        <p:xfrm>
          <a:off x="4629150" y="1369219"/>
          <a:ext cx="38862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48769562"/>
      </p:ext>
    </p:extLst>
  </p:cSld>
  <p:clrMapOvr>
    <a:masterClrMapping/>
  </p:clrMapOvr>
  <p:transition spd="slow" advTm="32895">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C8A9CDD4-DBF3-0190-9E7C-2DD08A7AC2EA}"/>
              </a:ext>
            </a:extLst>
          </p:cNvPr>
          <p:cNvSpPr>
            <a:spLocks noGrp="1"/>
          </p:cNvSpPr>
          <p:nvPr>
            <p:ph type="title"/>
          </p:nvPr>
        </p:nvSpPr>
        <p:spPr>
          <a:xfrm>
            <a:off x="628650" y="273844"/>
            <a:ext cx="7886700" cy="994172"/>
          </a:xfrm>
        </p:spPr>
        <p:txBody>
          <a:bodyPr anchor="ctr">
            <a:normAutofit/>
          </a:bodyPr>
          <a:lstStyle/>
          <a:p>
            <a:r>
              <a:rPr lang="en-US" sz="3100"/>
              <a:t>Module 1 Complete</a:t>
            </a:r>
            <a:br>
              <a:rPr lang="en-US" sz="3100"/>
            </a:br>
            <a:r>
              <a:rPr lang="en-US" sz="3100"/>
              <a:t>Next Step: Complete Module 1 Quiz</a:t>
            </a:r>
          </a:p>
        </p:txBody>
      </p:sp>
      <p:pic>
        <p:nvPicPr>
          <p:cNvPr id="6" name="Picture 5" descr="Close up of checklist">
            <a:extLst>
              <a:ext uri="{FF2B5EF4-FFF2-40B4-BE49-F238E27FC236}">
                <a16:creationId xmlns:a16="http://schemas.microsoft.com/office/drawing/2014/main" id="{B8008F94-873A-2982-E5A9-609BDEED8E5A}"/>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4629150" y="1369219"/>
            <a:ext cx="3886200" cy="3263504"/>
          </a:xfrm>
          <a:prstGeom prst="rect">
            <a:avLst/>
          </a:prstGeom>
          <a:noFill/>
        </p:spPr>
      </p:pic>
    </p:spTree>
    <p:extLst>
      <p:ext uri="{BB962C8B-B14F-4D97-AF65-F5344CB8AC3E}">
        <p14:creationId xmlns:p14="http://schemas.microsoft.com/office/powerpoint/2010/main" val="2589670816"/>
      </p:ext>
    </p:extLst>
  </p:cSld>
  <p:clrMapOvr>
    <a:masterClrMapping/>
  </p:clrMapOvr>
  <p:transition spd="slow" advTm="118052">
    <p:push/>
  </p:transition>
</p:sld>
</file>

<file path=ppt/tags/tag1.xml><?xml version="1.0" encoding="utf-8"?>
<p:tagLst xmlns:a="http://schemas.openxmlformats.org/drawingml/2006/main" xmlns:r="http://schemas.openxmlformats.org/officeDocument/2006/relationships" xmlns:p="http://schemas.openxmlformats.org/presentationml/2006/main">
  <p:tag name="TIMING" val="|25.9"/>
</p:tagLst>
</file>

<file path=ppt/theme/theme1.xml><?xml version="1.0" encoding="utf-8"?>
<a:theme xmlns:a="http://schemas.openxmlformats.org/drawingml/2006/main" name="Template">
  <a:themeElements>
    <a:clrScheme name="Custom 1">
      <a:dk1>
        <a:srgbClr val="002E5C"/>
      </a:dk1>
      <a:lt1>
        <a:srgbClr val="FFFFFF"/>
      </a:lt1>
      <a:dk2>
        <a:srgbClr val="002E5C"/>
      </a:dk2>
      <a:lt2>
        <a:srgbClr val="FFFFFF"/>
      </a:lt2>
      <a:accent1>
        <a:srgbClr val="002E5C"/>
      </a:accent1>
      <a:accent2>
        <a:srgbClr val="989490"/>
      </a:accent2>
      <a:accent3>
        <a:srgbClr val="0066A6"/>
      </a:accent3>
      <a:accent4>
        <a:srgbClr val="004581"/>
      </a:accent4>
      <a:accent5>
        <a:srgbClr val="FFFFFF"/>
      </a:accent5>
      <a:accent6>
        <a:srgbClr val="000000"/>
      </a:accent6>
      <a:hlink>
        <a:srgbClr val="1B9FD5"/>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ST.potx" id="{71A39B0D-7793-4C65-9C41-951E39D81AF9}" vid="{C38E953C-75BA-4763-92E8-6C0AAC7278A0}"/>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11214</TotalTime>
  <Words>629</Words>
  <Application>Microsoft Office PowerPoint</Application>
  <PresentationFormat>On-screen Show (16:9)</PresentationFormat>
  <Paragraphs>81</Paragraphs>
  <Slides>24</Slides>
  <Notes>24</Notes>
  <HiddenSlides>0</HiddenSlides>
  <MMClips>0</MMClips>
  <ScaleCrop>false</ScaleCrop>
  <HeadingPairs>
    <vt:vector size="8" baseType="variant">
      <vt:variant>
        <vt:lpstr>Fonts Used</vt:lpstr>
      </vt:variant>
      <vt:variant>
        <vt:i4>7</vt:i4>
      </vt:variant>
      <vt:variant>
        <vt:lpstr>Theme</vt:lpstr>
      </vt:variant>
      <vt:variant>
        <vt:i4>1</vt:i4>
      </vt:variant>
      <vt:variant>
        <vt:lpstr>Slide Titles</vt:lpstr>
      </vt:variant>
      <vt:variant>
        <vt:i4>24</vt:i4>
      </vt:variant>
      <vt:variant>
        <vt:lpstr>Custom Shows</vt:lpstr>
      </vt:variant>
      <vt:variant>
        <vt:i4>3</vt:i4>
      </vt:variant>
    </vt:vector>
  </HeadingPairs>
  <TitlesOfParts>
    <vt:vector size="35" baseType="lpstr">
      <vt:lpstr>Bebas Neue</vt:lpstr>
      <vt:lpstr>Verdana Pro</vt:lpstr>
      <vt:lpstr>Overpass Light</vt:lpstr>
      <vt:lpstr>Atkinson Hyperlegible Next</vt:lpstr>
      <vt:lpstr>Arial</vt:lpstr>
      <vt:lpstr>Aptos</vt:lpstr>
      <vt:lpstr>Overpass</vt:lpstr>
      <vt:lpstr>Template</vt:lpstr>
      <vt:lpstr>Plan Your Way OK Title Slide</vt:lpstr>
      <vt:lpstr>Student Involvement in the IEP</vt:lpstr>
      <vt:lpstr>Attendee Outcomes:</vt:lpstr>
      <vt:lpstr>Module 1: What is Student Involvement in the IEP?</vt:lpstr>
      <vt:lpstr>🤔Think About It</vt:lpstr>
      <vt:lpstr>What does the Federal Law say?</vt:lpstr>
      <vt:lpstr>What does Oklahoma say?</vt:lpstr>
      <vt:lpstr> Attendance Vs Participation</vt:lpstr>
      <vt:lpstr> Involvement Vs Leadership</vt:lpstr>
      <vt:lpstr>Must Read on Student Involvement in the IEP</vt:lpstr>
      <vt:lpstr>Reflection Activity</vt:lpstr>
      <vt:lpstr>How does this visual align with your experience of who talks at teacher-led IEP meetings?</vt:lpstr>
      <vt:lpstr>Let’s Compare Meeting Types</vt:lpstr>
      <vt:lpstr>Garrett Takes Charge </vt:lpstr>
      <vt:lpstr>What does Best Practice say?</vt:lpstr>
      <vt:lpstr>Best Practice Recommendations for Transition Assessments</vt:lpstr>
      <vt:lpstr>Formal Vs. Informal Assessments</vt:lpstr>
      <vt:lpstr>“School teams should ensure that student participation is maximized, including structuring meetings in such a way that student attendance and participation is facilitated”</vt:lpstr>
      <vt:lpstr>Benefits of Student Involvement in the IEP</vt:lpstr>
      <vt:lpstr>There is a strong positive correlation between student involvement in the IEP and academic achievement—students take ownership of their educational performance and planning.</vt:lpstr>
      <vt:lpstr>When students with disabilities are involved in their own IEPs they “tended to be more aware of their disability, its impact on their school performance, and their need for self-advocacy.”</vt:lpstr>
      <vt:lpstr>Student involvement in the IEP provides the opportunity for students to learn and practice: </vt:lpstr>
      <vt:lpstr>Benefits of elementary students' involvement in their IEP includes: </vt:lpstr>
      <vt:lpstr>Module 1 Complete Next Step: Complete Module 1 Quiz</vt:lpstr>
      <vt:lpstr>Module 4-A</vt:lpstr>
      <vt:lpstr>Module 4 B</vt:lpstr>
      <vt:lpstr>Module 5 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Involvement in the IEP</dc:title>
  <cp:lastModifiedBy>Erin Berry</cp:lastModifiedBy>
  <cp:revision>64</cp:revision>
  <dcterms:modified xsi:type="dcterms:W3CDTF">2026-04-13T14:10:07Z</dcterms:modified>
</cp:coreProperties>
</file>