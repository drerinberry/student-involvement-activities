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945" r:id="rId1"/>
  </p:sldMasterIdLst>
  <p:notesMasterIdLst>
    <p:notesMasterId r:id="rId15"/>
  </p:notesMasterIdLst>
  <p:sldIdLst>
    <p:sldId id="532" r:id="rId2"/>
    <p:sldId id="386" r:id="rId3"/>
    <p:sldId id="387" r:id="rId4"/>
    <p:sldId id="376" r:id="rId5"/>
    <p:sldId id="377" r:id="rId6"/>
    <p:sldId id="388" r:id="rId7"/>
    <p:sldId id="378" r:id="rId8"/>
    <p:sldId id="389" r:id="rId9"/>
    <p:sldId id="390" r:id="rId10"/>
    <p:sldId id="391" r:id="rId11"/>
    <p:sldId id="379" r:id="rId12"/>
    <p:sldId id="392" r:id="rId13"/>
    <p:sldId id="533" r:id="rId14"/>
  </p:sldIdLst>
  <p:sldSz cx="9144000" cy="5143500" type="screen16x9"/>
  <p:notesSz cx="6858000" cy="9144000"/>
  <p:embeddedFontLst>
    <p:embeddedFont>
      <p:font typeface="Atkinson Hyperlegible Next" pitchFamily="2" charset="0"/>
      <p:regular r:id="rId16"/>
      <p:bold r:id="rId17"/>
      <p:italic r:id="rId18"/>
      <p:boldItalic r:id="rId19"/>
    </p:embeddedFont>
    <p:embeddedFont>
      <p:font typeface="Verdana Pro" panose="020B0604030504040204" pitchFamily="34" charset="0"/>
      <p:regular r:id="rId20"/>
      <p:bold r:id="rId21"/>
      <p:italic r:id="rId22"/>
      <p:boldItalic r:id="rId23"/>
    </p:embeddedFont>
  </p:embeddedFontLst>
  <p:custShowLst>
    <p:custShow name="Module 4-A" id="0">
      <p:sldLst/>
    </p:custShow>
    <p:custShow name="Module 4 B" id="1">
      <p:sldLst/>
    </p:custShow>
    <p:custShow name="Module 5 B" id="2">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40C8A5-5BBB-4DA4-9413-14F5A3FD3452}" v="1" dt="2026-06-08T21:05:13.238"/>
  </p1510:revLst>
</p1510:revInfo>
</file>

<file path=ppt/tableStyles.xml><?xml version="1.0" encoding="utf-8"?>
<a:tblStyleLst xmlns:a="http://schemas.openxmlformats.org/drawingml/2006/main" def="{A9794ACA-B6A2-47D9-BE13-C8960EFA1BC4}">
  <a:tblStyle styleId="{A9794ACA-B6A2-47D9-BE13-C8960EFA1BC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97" autoAdjust="0"/>
    <p:restoredTop sz="91466" autoAdjust="0"/>
  </p:normalViewPr>
  <p:slideViewPr>
    <p:cSldViewPr snapToGrid="0">
      <p:cViewPr varScale="1">
        <p:scale>
          <a:sx n="121" d="100"/>
          <a:sy n="121" d="100"/>
        </p:scale>
        <p:origin x="99" y="69"/>
      </p:cViewPr>
      <p:guideLst/>
    </p:cSldViewPr>
  </p:slideViewPr>
  <p:outlineViewPr>
    <p:cViewPr>
      <p:scale>
        <a:sx n="33" d="100"/>
        <a:sy n="33" d="100"/>
      </p:scale>
      <p:origin x="0" y="0"/>
    </p:cViewPr>
  </p:outlin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n Berry" userId="b7d8294d-da7c-45c9-9002-ab631a364979" providerId="ADAL" clId="{718D2BA2-B69C-4596-B36D-F24A681F5194}"/>
    <pc:docChg chg="undo custSel addSld delSld modSld">
      <pc:chgData name="Erin Berry" userId="b7d8294d-da7c-45c9-9002-ab631a364979" providerId="ADAL" clId="{718D2BA2-B69C-4596-B36D-F24A681F5194}" dt="2026-06-08T21:04:53.518" v="33" actId="478"/>
      <pc:docMkLst>
        <pc:docMk/>
      </pc:docMkLst>
      <pc:sldChg chg="delSp modSp add del mod delAnim modNotesTx">
        <pc:chgData name="Erin Berry" userId="b7d8294d-da7c-45c9-9002-ab631a364979" providerId="ADAL" clId="{718D2BA2-B69C-4596-B36D-F24A681F5194}" dt="2026-06-08T21:04:42.503" v="31" actId="478"/>
        <pc:sldMkLst>
          <pc:docMk/>
          <pc:sldMk cId="3199919314" sldId="377"/>
        </pc:sldMkLst>
        <pc:picChg chg="del mod">
          <ac:chgData name="Erin Berry" userId="b7d8294d-da7c-45c9-9002-ab631a364979" providerId="ADAL" clId="{718D2BA2-B69C-4596-B36D-F24A681F5194}" dt="2026-06-08T21:04:42.503" v="31" actId="478"/>
          <ac:picMkLst>
            <pc:docMk/>
            <pc:sldMk cId="3199919314" sldId="377"/>
            <ac:picMk id="3" creationId="{891EAC63-70A1-C44E-3089-276DF08FC3FD}"/>
          </ac:picMkLst>
        </pc:picChg>
      </pc:sldChg>
      <pc:sldChg chg="delSp mod delAnim">
        <pc:chgData name="Erin Berry" userId="b7d8294d-da7c-45c9-9002-ab631a364979" providerId="ADAL" clId="{718D2BA2-B69C-4596-B36D-F24A681F5194}" dt="2026-06-08T21:04:46.494" v="32" actId="478"/>
        <pc:sldMkLst>
          <pc:docMk/>
          <pc:sldMk cId="3153353035" sldId="388"/>
        </pc:sldMkLst>
        <pc:picChg chg="del">
          <ac:chgData name="Erin Berry" userId="b7d8294d-da7c-45c9-9002-ab631a364979" providerId="ADAL" clId="{718D2BA2-B69C-4596-B36D-F24A681F5194}" dt="2026-06-08T21:04:46.494" v="32" actId="478"/>
          <ac:picMkLst>
            <pc:docMk/>
            <pc:sldMk cId="3153353035" sldId="388"/>
            <ac:picMk id="2" creationId="{A7D835E3-2318-2D74-903A-683B8C13D0DB}"/>
          </ac:picMkLst>
        </pc:picChg>
      </pc:sldChg>
      <pc:sldChg chg="delSp mod delAnim">
        <pc:chgData name="Erin Berry" userId="b7d8294d-da7c-45c9-9002-ab631a364979" providerId="ADAL" clId="{718D2BA2-B69C-4596-B36D-F24A681F5194}" dt="2026-06-08T21:04:53.518" v="33" actId="478"/>
        <pc:sldMkLst>
          <pc:docMk/>
          <pc:sldMk cId="3045434084" sldId="389"/>
        </pc:sldMkLst>
        <pc:picChg chg="del">
          <ac:chgData name="Erin Berry" userId="b7d8294d-da7c-45c9-9002-ab631a364979" providerId="ADAL" clId="{718D2BA2-B69C-4596-B36D-F24A681F5194}" dt="2026-06-08T21:04:53.518" v="33" actId="478"/>
          <ac:picMkLst>
            <pc:docMk/>
            <pc:sldMk cId="3045434084" sldId="389"/>
            <ac:picMk id="4" creationId="{278B3036-44BE-D364-9637-D65880BC4AB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59EFE6-B3F3-4239-90B4-B00F042E14F3}" type="doc">
      <dgm:prSet loTypeId="urn:microsoft.com/office/officeart/2005/8/layout/default" loCatId="list" qsTypeId="urn:microsoft.com/office/officeart/2005/8/quickstyle/simple5" qsCatId="simple" csTypeId="urn:microsoft.com/office/officeart/2005/8/colors/accent2_2" csCatId="accent2"/>
      <dgm:spPr/>
      <dgm:t>
        <a:bodyPr/>
        <a:lstStyle/>
        <a:p>
          <a:endParaRPr lang="en-US"/>
        </a:p>
      </dgm:t>
    </dgm:pt>
    <dgm:pt modelId="{52DD21E0-09C6-48A8-8741-11953007F5DC}">
      <dgm:prSet/>
      <dgm:spPr/>
      <dgm:t>
        <a:bodyPr/>
        <a:lstStyle/>
        <a:p>
          <a:r>
            <a:rPr lang="en-US"/>
            <a:t>Educator knowledge</a:t>
          </a:r>
        </a:p>
      </dgm:t>
    </dgm:pt>
    <dgm:pt modelId="{D6350A0F-7280-456D-9FA1-203AF4614621}" type="parTrans" cxnId="{59708484-7A0D-434D-A8CE-D49ADCF5EA0D}">
      <dgm:prSet/>
      <dgm:spPr/>
      <dgm:t>
        <a:bodyPr/>
        <a:lstStyle/>
        <a:p>
          <a:endParaRPr lang="en-US"/>
        </a:p>
      </dgm:t>
    </dgm:pt>
    <dgm:pt modelId="{6F022358-F338-4D80-B82B-108979D4D63C}" type="sibTrans" cxnId="{59708484-7A0D-434D-A8CE-D49ADCF5EA0D}">
      <dgm:prSet/>
      <dgm:spPr/>
      <dgm:t>
        <a:bodyPr/>
        <a:lstStyle/>
        <a:p>
          <a:endParaRPr lang="en-US"/>
        </a:p>
      </dgm:t>
    </dgm:pt>
    <dgm:pt modelId="{497D2854-1978-4FDC-80CE-7BB0D9E8D149}">
      <dgm:prSet/>
      <dgm:spPr/>
      <dgm:t>
        <a:bodyPr/>
        <a:lstStyle/>
        <a:p>
          <a:r>
            <a:rPr lang="en-US"/>
            <a:t>Administrative support</a:t>
          </a:r>
        </a:p>
      </dgm:t>
    </dgm:pt>
    <dgm:pt modelId="{ACE865D6-2AE3-4EB1-9D83-40791FE36A78}" type="parTrans" cxnId="{6A9E9071-0B40-49D6-A3FF-AD39E9E47D73}">
      <dgm:prSet/>
      <dgm:spPr/>
      <dgm:t>
        <a:bodyPr/>
        <a:lstStyle/>
        <a:p>
          <a:endParaRPr lang="en-US"/>
        </a:p>
      </dgm:t>
    </dgm:pt>
    <dgm:pt modelId="{159B8E6D-4805-404B-ABDC-4078DA513718}" type="sibTrans" cxnId="{6A9E9071-0B40-49D6-A3FF-AD39E9E47D73}">
      <dgm:prSet/>
      <dgm:spPr/>
      <dgm:t>
        <a:bodyPr/>
        <a:lstStyle/>
        <a:p>
          <a:endParaRPr lang="en-US"/>
        </a:p>
      </dgm:t>
    </dgm:pt>
    <dgm:pt modelId="{6CDBC019-C315-4E0F-96D6-B7D82869698F}">
      <dgm:prSet/>
      <dgm:spPr/>
      <dgm:t>
        <a:bodyPr/>
        <a:lstStyle/>
        <a:p>
          <a:r>
            <a:rPr lang="en-US"/>
            <a:t>Parent support and permission</a:t>
          </a:r>
        </a:p>
      </dgm:t>
    </dgm:pt>
    <dgm:pt modelId="{8A83AC31-EC5D-42DA-8B40-95B02A6E46A9}" type="parTrans" cxnId="{91487B1A-73DF-4692-AF87-994DE681FAEF}">
      <dgm:prSet/>
      <dgm:spPr/>
      <dgm:t>
        <a:bodyPr/>
        <a:lstStyle/>
        <a:p>
          <a:endParaRPr lang="en-US"/>
        </a:p>
      </dgm:t>
    </dgm:pt>
    <dgm:pt modelId="{6748CD91-2C4E-47C4-93D2-A6CFFB145948}" type="sibTrans" cxnId="{91487B1A-73DF-4692-AF87-994DE681FAEF}">
      <dgm:prSet/>
      <dgm:spPr/>
      <dgm:t>
        <a:bodyPr/>
        <a:lstStyle/>
        <a:p>
          <a:endParaRPr lang="en-US"/>
        </a:p>
      </dgm:t>
    </dgm:pt>
    <dgm:pt modelId="{9DF72A74-AFAE-420C-8452-28D8D5694A0F}">
      <dgm:prSet/>
      <dgm:spPr/>
      <dgm:t>
        <a:bodyPr/>
        <a:lstStyle/>
        <a:p>
          <a:r>
            <a:rPr lang="en-US"/>
            <a:t>Educational tools and resources to teach self-determination skills and student involvement in the IEP</a:t>
          </a:r>
        </a:p>
      </dgm:t>
    </dgm:pt>
    <dgm:pt modelId="{B6D87043-68DE-4E47-B514-7D83FAE12711}" type="parTrans" cxnId="{066F6950-8D9B-4418-B838-1569D28BDC3A}">
      <dgm:prSet/>
      <dgm:spPr/>
      <dgm:t>
        <a:bodyPr/>
        <a:lstStyle/>
        <a:p>
          <a:endParaRPr lang="en-US"/>
        </a:p>
      </dgm:t>
    </dgm:pt>
    <dgm:pt modelId="{73C53460-0647-45B4-B9F7-1E3420880219}" type="sibTrans" cxnId="{066F6950-8D9B-4418-B838-1569D28BDC3A}">
      <dgm:prSet/>
      <dgm:spPr/>
      <dgm:t>
        <a:bodyPr/>
        <a:lstStyle/>
        <a:p>
          <a:endParaRPr lang="en-US"/>
        </a:p>
      </dgm:t>
    </dgm:pt>
    <dgm:pt modelId="{2B415F23-942A-4B17-92EF-1A6E3C237FC8}">
      <dgm:prSet/>
      <dgm:spPr/>
      <dgm:t>
        <a:bodyPr/>
        <a:lstStyle/>
        <a:p>
          <a:r>
            <a:rPr lang="en-US"/>
            <a:t>Student buy-in</a:t>
          </a:r>
        </a:p>
      </dgm:t>
    </dgm:pt>
    <dgm:pt modelId="{D44A2F6E-BC13-42CD-9BD5-A48BFB84931E}" type="parTrans" cxnId="{C46BA576-41A5-47BA-8E6D-1021FABDD5B1}">
      <dgm:prSet/>
      <dgm:spPr/>
      <dgm:t>
        <a:bodyPr/>
        <a:lstStyle/>
        <a:p>
          <a:endParaRPr lang="en-US"/>
        </a:p>
      </dgm:t>
    </dgm:pt>
    <dgm:pt modelId="{821856E2-DDB5-472C-9B7A-2DC40939197F}" type="sibTrans" cxnId="{C46BA576-41A5-47BA-8E6D-1021FABDD5B1}">
      <dgm:prSet/>
      <dgm:spPr/>
      <dgm:t>
        <a:bodyPr/>
        <a:lstStyle/>
        <a:p>
          <a:endParaRPr lang="en-US"/>
        </a:p>
      </dgm:t>
    </dgm:pt>
    <dgm:pt modelId="{B78D9390-C91A-4805-B352-B6B03ADF201E}">
      <dgm:prSet/>
      <dgm:spPr/>
      <dgm:t>
        <a:bodyPr/>
        <a:lstStyle/>
        <a:p>
          <a:r>
            <a:rPr lang="en-US"/>
            <a:t>Starting EARLY</a:t>
          </a:r>
        </a:p>
      </dgm:t>
    </dgm:pt>
    <dgm:pt modelId="{50860497-A796-41AB-A442-BABA7B810A3C}" type="parTrans" cxnId="{AA8BFEEE-A3A9-43BC-9D47-FD1DCF588862}">
      <dgm:prSet/>
      <dgm:spPr/>
      <dgm:t>
        <a:bodyPr/>
        <a:lstStyle/>
        <a:p>
          <a:endParaRPr lang="en-US"/>
        </a:p>
      </dgm:t>
    </dgm:pt>
    <dgm:pt modelId="{5CA0DE38-7B87-4350-82F3-2F6F0A686009}" type="sibTrans" cxnId="{AA8BFEEE-A3A9-43BC-9D47-FD1DCF588862}">
      <dgm:prSet/>
      <dgm:spPr/>
      <dgm:t>
        <a:bodyPr/>
        <a:lstStyle/>
        <a:p>
          <a:endParaRPr lang="en-US"/>
        </a:p>
      </dgm:t>
    </dgm:pt>
    <dgm:pt modelId="{3EA7B2E6-DA6A-4F5A-B618-D5A01434F591}" type="pres">
      <dgm:prSet presAssocID="{D959EFE6-B3F3-4239-90B4-B00F042E14F3}" presName="diagram" presStyleCnt="0">
        <dgm:presLayoutVars>
          <dgm:dir/>
          <dgm:resizeHandles val="exact"/>
        </dgm:presLayoutVars>
      </dgm:prSet>
      <dgm:spPr/>
    </dgm:pt>
    <dgm:pt modelId="{FAC7C193-12AD-4D6D-BA28-D769383EB64F}" type="pres">
      <dgm:prSet presAssocID="{52DD21E0-09C6-48A8-8741-11953007F5DC}" presName="node" presStyleLbl="node1" presStyleIdx="0" presStyleCnt="6">
        <dgm:presLayoutVars>
          <dgm:bulletEnabled val="1"/>
        </dgm:presLayoutVars>
      </dgm:prSet>
      <dgm:spPr/>
    </dgm:pt>
    <dgm:pt modelId="{D61163FF-7E33-4FED-A6E1-D552376D5794}" type="pres">
      <dgm:prSet presAssocID="{6F022358-F338-4D80-B82B-108979D4D63C}" presName="sibTrans" presStyleCnt="0"/>
      <dgm:spPr/>
    </dgm:pt>
    <dgm:pt modelId="{7B956CC2-59A2-4929-A425-C4203621EE6C}" type="pres">
      <dgm:prSet presAssocID="{497D2854-1978-4FDC-80CE-7BB0D9E8D149}" presName="node" presStyleLbl="node1" presStyleIdx="1" presStyleCnt="6">
        <dgm:presLayoutVars>
          <dgm:bulletEnabled val="1"/>
        </dgm:presLayoutVars>
      </dgm:prSet>
      <dgm:spPr/>
    </dgm:pt>
    <dgm:pt modelId="{DAE72CD7-371C-4D1B-BE3C-0D9611FC9582}" type="pres">
      <dgm:prSet presAssocID="{159B8E6D-4805-404B-ABDC-4078DA513718}" presName="sibTrans" presStyleCnt="0"/>
      <dgm:spPr/>
    </dgm:pt>
    <dgm:pt modelId="{7C8837DC-2404-46EF-8595-F39309AAD3CE}" type="pres">
      <dgm:prSet presAssocID="{6CDBC019-C315-4E0F-96D6-B7D82869698F}" presName="node" presStyleLbl="node1" presStyleIdx="2" presStyleCnt="6">
        <dgm:presLayoutVars>
          <dgm:bulletEnabled val="1"/>
        </dgm:presLayoutVars>
      </dgm:prSet>
      <dgm:spPr/>
    </dgm:pt>
    <dgm:pt modelId="{D1AA4467-0157-43FA-B8CC-87AA0DAAFB16}" type="pres">
      <dgm:prSet presAssocID="{6748CD91-2C4E-47C4-93D2-A6CFFB145948}" presName="sibTrans" presStyleCnt="0"/>
      <dgm:spPr/>
    </dgm:pt>
    <dgm:pt modelId="{245A0E11-C400-4297-9B99-E6FF74A18318}" type="pres">
      <dgm:prSet presAssocID="{9DF72A74-AFAE-420C-8452-28D8D5694A0F}" presName="node" presStyleLbl="node1" presStyleIdx="3" presStyleCnt="6">
        <dgm:presLayoutVars>
          <dgm:bulletEnabled val="1"/>
        </dgm:presLayoutVars>
      </dgm:prSet>
      <dgm:spPr/>
    </dgm:pt>
    <dgm:pt modelId="{179B483B-EBBE-480F-B2FA-1F91E578B26B}" type="pres">
      <dgm:prSet presAssocID="{73C53460-0647-45B4-B9F7-1E3420880219}" presName="sibTrans" presStyleCnt="0"/>
      <dgm:spPr/>
    </dgm:pt>
    <dgm:pt modelId="{74CBA845-C465-4DCB-8780-52CA584D7E38}" type="pres">
      <dgm:prSet presAssocID="{2B415F23-942A-4B17-92EF-1A6E3C237FC8}" presName="node" presStyleLbl="node1" presStyleIdx="4" presStyleCnt="6">
        <dgm:presLayoutVars>
          <dgm:bulletEnabled val="1"/>
        </dgm:presLayoutVars>
      </dgm:prSet>
      <dgm:spPr/>
    </dgm:pt>
    <dgm:pt modelId="{A0117AB6-C5A7-4C8E-84F2-E2AEEA541653}" type="pres">
      <dgm:prSet presAssocID="{821856E2-DDB5-472C-9B7A-2DC40939197F}" presName="sibTrans" presStyleCnt="0"/>
      <dgm:spPr/>
    </dgm:pt>
    <dgm:pt modelId="{F6117940-F8E4-4A46-A243-0795BAA0FDC3}" type="pres">
      <dgm:prSet presAssocID="{B78D9390-C91A-4805-B352-B6B03ADF201E}" presName="node" presStyleLbl="node1" presStyleIdx="5" presStyleCnt="6">
        <dgm:presLayoutVars>
          <dgm:bulletEnabled val="1"/>
        </dgm:presLayoutVars>
      </dgm:prSet>
      <dgm:spPr/>
    </dgm:pt>
  </dgm:ptLst>
  <dgm:cxnLst>
    <dgm:cxn modelId="{E0518214-1605-4196-8DE1-DA938F946BE6}" type="presOf" srcId="{9DF72A74-AFAE-420C-8452-28D8D5694A0F}" destId="{245A0E11-C400-4297-9B99-E6FF74A18318}" srcOrd="0" destOrd="0" presId="urn:microsoft.com/office/officeart/2005/8/layout/default"/>
    <dgm:cxn modelId="{3DC87316-317C-46F3-9165-5CEA590F02EC}" type="presOf" srcId="{6CDBC019-C315-4E0F-96D6-B7D82869698F}" destId="{7C8837DC-2404-46EF-8595-F39309AAD3CE}" srcOrd="0" destOrd="0" presId="urn:microsoft.com/office/officeart/2005/8/layout/default"/>
    <dgm:cxn modelId="{91487B1A-73DF-4692-AF87-994DE681FAEF}" srcId="{D959EFE6-B3F3-4239-90B4-B00F042E14F3}" destId="{6CDBC019-C315-4E0F-96D6-B7D82869698F}" srcOrd="2" destOrd="0" parTransId="{8A83AC31-EC5D-42DA-8B40-95B02A6E46A9}" sibTransId="{6748CD91-2C4E-47C4-93D2-A6CFFB145948}"/>
    <dgm:cxn modelId="{1A1D2735-D8F7-4B01-8114-946503906B07}" type="presOf" srcId="{52DD21E0-09C6-48A8-8741-11953007F5DC}" destId="{FAC7C193-12AD-4D6D-BA28-D769383EB64F}" srcOrd="0" destOrd="0" presId="urn:microsoft.com/office/officeart/2005/8/layout/default"/>
    <dgm:cxn modelId="{066F6950-8D9B-4418-B838-1569D28BDC3A}" srcId="{D959EFE6-B3F3-4239-90B4-B00F042E14F3}" destId="{9DF72A74-AFAE-420C-8452-28D8D5694A0F}" srcOrd="3" destOrd="0" parTransId="{B6D87043-68DE-4E47-B514-7D83FAE12711}" sibTransId="{73C53460-0647-45B4-B9F7-1E3420880219}"/>
    <dgm:cxn modelId="{6A9E9071-0B40-49D6-A3FF-AD39E9E47D73}" srcId="{D959EFE6-B3F3-4239-90B4-B00F042E14F3}" destId="{497D2854-1978-4FDC-80CE-7BB0D9E8D149}" srcOrd="1" destOrd="0" parTransId="{ACE865D6-2AE3-4EB1-9D83-40791FE36A78}" sibTransId="{159B8E6D-4805-404B-ABDC-4078DA513718}"/>
    <dgm:cxn modelId="{C46BA576-41A5-47BA-8E6D-1021FABDD5B1}" srcId="{D959EFE6-B3F3-4239-90B4-B00F042E14F3}" destId="{2B415F23-942A-4B17-92EF-1A6E3C237FC8}" srcOrd="4" destOrd="0" parTransId="{D44A2F6E-BC13-42CD-9BD5-A48BFB84931E}" sibTransId="{821856E2-DDB5-472C-9B7A-2DC40939197F}"/>
    <dgm:cxn modelId="{59708484-7A0D-434D-A8CE-D49ADCF5EA0D}" srcId="{D959EFE6-B3F3-4239-90B4-B00F042E14F3}" destId="{52DD21E0-09C6-48A8-8741-11953007F5DC}" srcOrd="0" destOrd="0" parTransId="{D6350A0F-7280-456D-9FA1-203AF4614621}" sibTransId="{6F022358-F338-4D80-B82B-108979D4D63C}"/>
    <dgm:cxn modelId="{29B5F1A6-AC4F-4478-AD2B-7163FAF1DA32}" type="presOf" srcId="{2B415F23-942A-4B17-92EF-1A6E3C237FC8}" destId="{74CBA845-C465-4DCB-8780-52CA584D7E38}" srcOrd="0" destOrd="0" presId="urn:microsoft.com/office/officeart/2005/8/layout/default"/>
    <dgm:cxn modelId="{F2B8D8B2-993C-4B8F-929A-11DB7565FC55}" type="presOf" srcId="{B78D9390-C91A-4805-B352-B6B03ADF201E}" destId="{F6117940-F8E4-4A46-A243-0795BAA0FDC3}" srcOrd="0" destOrd="0" presId="urn:microsoft.com/office/officeart/2005/8/layout/default"/>
    <dgm:cxn modelId="{5396D9BF-0F8F-4E8A-B6EE-1E456593793B}" type="presOf" srcId="{D959EFE6-B3F3-4239-90B4-B00F042E14F3}" destId="{3EA7B2E6-DA6A-4F5A-B618-D5A01434F591}" srcOrd="0" destOrd="0" presId="urn:microsoft.com/office/officeart/2005/8/layout/default"/>
    <dgm:cxn modelId="{20B6BCD5-7F71-462F-A866-8310DB0F0790}" type="presOf" srcId="{497D2854-1978-4FDC-80CE-7BB0D9E8D149}" destId="{7B956CC2-59A2-4929-A425-C4203621EE6C}" srcOrd="0" destOrd="0" presId="urn:microsoft.com/office/officeart/2005/8/layout/default"/>
    <dgm:cxn modelId="{AA8BFEEE-A3A9-43BC-9D47-FD1DCF588862}" srcId="{D959EFE6-B3F3-4239-90B4-B00F042E14F3}" destId="{B78D9390-C91A-4805-B352-B6B03ADF201E}" srcOrd="5" destOrd="0" parTransId="{50860497-A796-41AB-A442-BABA7B810A3C}" sibTransId="{5CA0DE38-7B87-4350-82F3-2F6F0A686009}"/>
    <dgm:cxn modelId="{6D9E9287-55AD-43A1-98B7-C63229A399CD}" type="presParOf" srcId="{3EA7B2E6-DA6A-4F5A-B618-D5A01434F591}" destId="{FAC7C193-12AD-4D6D-BA28-D769383EB64F}" srcOrd="0" destOrd="0" presId="urn:microsoft.com/office/officeart/2005/8/layout/default"/>
    <dgm:cxn modelId="{DDE0F388-BEDA-46FC-AED5-18EE010462BA}" type="presParOf" srcId="{3EA7B2E6-DA6A-4F5A-B618-D5A01434F591}" destId="{D61163FF-7E33-4FED-A6E1-D552376D5794}" srcOrd="1" destOrd="0" presId="urn:microsoft.com/office/officeart/2005/8/layout/default"/>
    <dgm:cxn modelId="{621A07DF-144F-4D9B-A151-687547F05EF7}" type="presParOf" srcId="{3EA7B2E6-DA6A-4F5A-B618-D5A01434F591}" destId="{7B956CC2-59A2-4929-A425-C4203621EE6C}" srcOrd="2" destOrd="0" presId="urn:microsoft.com/office/officeart/2005/8/layout/default"/>
    <dgm:cxn modelId="{620D8FFC-C72D-471D-9C36-FADCAC634BE1}" type="presParOf" srcId="{3EA7B2E6-DA6A-4F5A-B618-D5A01434F591}" destId="{DAE72CD7-371C-4D1B-BE3C-0D9611FC9582}" srcOrd="3" destOrd="0" presId="urn:microsoft.com/office/officeart/2005/8/layout/default"/>
    <dgm:cxn modelId="{7AD377DD-E771-4DB6-821A-0813599500DC}" type="presParOf" srcId="{3EA7B2E6-DA6A-4F5A-B618-D5A01434F591}" destId="{7C8837DC-2404-46EF-8595-F39309AAD3CE}" srcOrd="4" destOrd="0" presId="urn:microsoft.com/office/officeart/2005/8/layout/default"/>
    <dgm:cxn modelId="{A07F624A-CB03-437C-8F3C-D3B5114BD643}" type="presParOf" srcId="{3EA7B2E6-DA6A-4F5A-B618-D5A01434F591}" destId="{D1AA4467-0157-43FA-B8CC-87AA0DAAFB16}" srcOrd="5" destOrd="0" presId="urn:microsoft.com/office/officeart/2005/8/layout/default"/>
    <dgm:cxn modelId="{4D5F1E64-FE07-4C52-849C-89394521F7B9}" type="presParOf" srcId="{3EA7B2E6-DA6A-4F5A-B618-D5A01434F591}" destId="{245A0E11-C400-4297-9B99-E6FF74A18318}" srcOrd="6" destOrd="0" presId="urn:microsoft.com/office/officeart/2005/8/layout/default"/>
    <dgm:cxn modelId="{517CCD72-5CD5-411B-96EC-848033AAA44A}" type="presParOf" srcId="{3EA7B2E6-DA6A-4F5A-B618-D5A01434F591}" destId="{179B483B-EBBE-480F-B2FA-1F91E578B26B}" srcOrd="7" destOrd="0" presId="urn:microsoft.com/office/officeart/2005/8/layout/default"/>
    <dgm:cxn modelId="{5CF1268C-7EBE-47B8-B76B-14EF2D130AB5}" type="presParOf" srcId="{3EA7B2E6-DA6A-4F5A-B618-D5A01434F591}" destId="{74CBA845-C465-4DCB-8780-52CA584D7E38}" srcOrd="8" destOrd="0" presId="urn:microsoft.com/office/officeart/2005/8/layout/default"/>
    <dgm:cxn modelId="{E88709F8-CCBB-4597-91B5-888085EA0B87}" type="presParOf" srcId="{3EA7B2E6-DA6A-4F5A-B618-D5A01434F591}" destId="{A0117AB6-C5A7-4C8E-84F2-E2AEEA541653}" srcOrd="9" destOrd="0" presId="urn:microsoft.com/office/officeart/2005/8/layout/default"/>
    <dgm:cxn modelId="{94C1FADD-C2C7-4D5F-87B1-5EF58B49191B}" type="presParOf" srcId="{3EA7B2E6-DA6A-4F5A-B618-D5A01434F591}" destId="{F6117940-F8E4-4A46-A243-0795BAA0FDC3}"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5F792DB-2930-46A3-9F6E-CCEE9CF00B3A}" type="doc">
      <dgm:prSet loTypeId="urn:microsoft.com/office/officeart/2005/8/layout/vList5" loCatId="list" qsTypeId="urn:microsoft.com/office/officeart/2005/8/quickstyle/simple2" qsCatId="simple" csTypeId="urn:microsoft.com/office/officeart/2005/8/colors/accent1_2" csCatId="accent1" phldr="1"/>
      <dgm:spPr/>
      <dgm:t>
        <a:bodyPr/>
        <a:lstStyle/>
        <a:p>
          <a:endParaRPr lang="en-US"/>
        </a:p>
      </dgm:t>
    </dgm:pt>
    <dgm:pt modelId="{73EDD659-69B0-4289-B62E-8A1C56E33D0C}">
      <dgm:prSet/>
      <dgm:spPr/>
      <dgm:t>
        <a:bodyPr/>
        <a:lstStyle/>
        <a:p>
          <a:r>
            <a:rPr lang="en-US" dirty="0"/>
            <a:t>“I will loose too much control over the meeting and the important legal information will not be discussed.”</a:t>
          </a:r>
        </a:p>
      </dgm:t>
      <dgm:extLst>
        <a:ext uri="{E40237B7-FDA0-4F09-8148-C483321AD2D9}">
          <dgm14:cNvPr xmlns:dgm14="http://schemas.microsoft.com/office/drawing/2010/diagram" id="0" name="" descr="I will loose too much control over the meeting and the important legal information will not be discussed.”&#10;"/>
        </a:ext>
      </dgm:extLst>
    </dgm:pt>
    <dgm:pt modelId="{BDF5A077-3837-4202-9545-50AE3D115135}" type="parTrans" cxnId="{6E44EC13-5549-40F1-9511-2CEBDE093BB5}">
      <dgm:prSet/>
      <dgm:spPr/>
      <dgm:t>
        <a:bodyPr/>
        <a:lstStyle/>
        <a:p>
          <a:endParaRPr lang="en-US"/>
        </a:p>
      </dgm:t>
    </dgm:pt>
    <dgm:pt modelId="{C3438A5B-CA35-4F33-855F-A355022D0856}" type="sibTrans" cxnId="{6E44EC13-5549-40F1-9511-2CEBDE093BB5}">
      <dgm:prSet/>
      <dgm:spPr/>
      <dgm:t>
        <a:bodyPr/>
        <a:lstStyle/>
        <a:p>
          <a:endParaRPr lang="en-US"/>
        </a:p>
      </dgm:t>
    </dgm:pt>
    <dgm:pt modelId="{17127DD7-895E-43E2-A427-3E212FAF8F2D}">
      <dgm:prSet/>
      <dgm:spPr/>
      <dgm:t>
        <a:bodyPr/>
        <a:lstStyle/>
        <a:p>
          <a:r>
            <a:rPr lang="en-US" b="1" dirty="0"/>
            <a:t>11 Steps from ‘Why is This Cake on Fire” for a Self-Directed IEP: </a:t>
          </a:r>
          <a:endParaRPr lang="en-US" dirty="0"/>
        </a:p>
      </dgm:t>
    </dgm:pt>
    <dgm:pt modelId="{F6CA360C-787C-4CD3-B336-54D04262C4E9}" type="parTrans" cxnId="{A37D373A-544C-4403-A36F-7A9F6DBD2AEB}">
      <dgm:prSet/>
      <dgm:spPr/>
      <dgm:t>
        <a:bodyPr/>
        <a:lstStyle/>
        <a:p>
          <a:endParaRPr lang="en-US"/>
        </a:p>
      </dgm:t>
    </dgm:pt>
    <dgm:pt modelId="{352CA16E-AF83-41E4-93E3-A437EA189B53}" type="sibTrans" cxnId="{A37D373A-544C-4403-A36F-7A9F6DBD2AEB}">
      <dgm:prSet/>
      <dgm:spPr/>
      <dgm:t>
        <a:bodyPr/>
        <a:lstStyle/>
        <a:p>
          <a:endParaRPr lang="en-US"/>
        </a:p>
      </dgm:t>
    </dgm:pt>
    <dgm:pt modelId="{05B0F20E-B91B-455A-8EF4-BA6C8063D6DF}">
      <dgm:prSet custT="1"/>
      <dgm:spPr/>
      <dgm:t>
        <a:bodyPr/>
        <a:lstStyle/>
        <a:p>
          <a:r>
            <a:rPr lang="en-US" sz="1000" dirty="0"/>
            <a:t>Begin the meeting by stating the purpose</a:t>
          </a:r>
        </a:p>
      </dgm:t>
      <dgm:extLst>
        <a:ext uri="{E40237B7-FDA0-4F09-8148-C483321AD2D9}">
          <dgm14:cNvPr xmlns:dgm14="http://schemas.microsoft.com/office/drawing/2010/diagram" id="0" name="" descr="Three blocks of text:&#10;“I will loose too much control over the meeting and the important legal information will not be discussed.”&#10;11 Steps from ‘Why is This Cake on Fire” for a Self-Directed IEP: &#10;Bullet list of 11 points:&#10;Begin the meeting by stating the purpose&#10;Introduce everyone&#10;Review past goals and performance&#10;Ask for others’ feedback&#10;State school and transition goals&#10;Ask questions&#10;Deal with differences in opinion&#10;State support needed&#10;Summarize goals&#10;Thank everyone&#10;Work on goals all year long&#10;&#10;"/>
        </a:ext>
      </dgm:extLst>
    </dgm:pt>
    <dgm:pt modelId="{D7190A03-3738-4245-85BB-93DF004D5001}" type="parTrans" cxnId="{45996F40-756F-4C61-B655-A4AD852DD5FE}">
      <dgm:prSet/>
      <dgm:spPr/>
      <dgm:t>
        <a:bodyPr/>
        <a:lstStyle/>
        <a:p>
          <a:endParaRPr lang="en-US"/>
        </a:p>
      </dgm:t>
    </dgm:pt>
    <dgm:pt modelId="{637DE778-A153-46B8-8BE3-A7C05AA79422}" type="sibTrans" cxnId="{45996F40-756F-4C61-B655-A4AD852DD5FE}">
      <dgm:prSet/>
      <dgm:spPr/>
      <dgm:t>
        <a:bodyPr/>
        <a:lstStyle/>
        <a:p>
          <a:endParaRPr lang="en-US"/>
        </a:p>
      </dgm:t>
    </dgm:pt>
    <dgm:pt modelId="{191FB147-BAAE-4ABD-8C47-11AE980C8F32}">
      <dgm:prSet custT="1"/>
      <dgm:spPr/>
      <dgm:t>
        <a:bodyPr/>
        <a:lstStyle/>
        <a:p>
          <a:r>
            <a:rPr lang="en-US" sz="1000" dirty="0"/>
            <a:t>Introduce everyone</a:t>
          </a:r>
        </a:p>
      </dgm:t>
    </dgm:pt>
    <dgm:pt modelId="{F06BD8C2-CD79-4018-A21B-68AC0570C291}" type="parTrans" cxnId="{E4F0CDB6-B0B8-4833-83B7-11BAD37D946E}">
      <dgm:prSet/>
      <dgm:spPr/>
      <dgm:t>
        <a:bodyPr/>
        <a:lstStyle/>
        <a:p>
          <a:endParaRPr lang="en-US"/>
        </a:p>
      </dgm:t>
    </dgm:pt>
    <dgm:pt modelId="{A2A3E860-5B1E-4915-85FB-478A035705A3}" type="sibTrans" cxnId="{E4F0CDB6-B0B8-4833-83B7-11BAD37D946E}">
      <dgm:prSet/>
      <dgm:spPr/>
      <dgm:t>
        <a:bodyPr/>
        <a:lstStyle/>
        <a:p>
          <a:endParaRPr lang="en-US"/>
        </a:p>
      </dgm:t>
    </dgm:pt>
    <dgm:pt modelId="{A9BE225B-0F0D-4EE7-A0DF-95578B136483}">
      <dgm:prSet custT="1"/>
      <dgm:spPr/>
      <dgm:t>
        <a:bodyPr/>
        <a:lstStyle/>
        <a:p>
          <a:r>
            <a:rPr lang="en-US" sz="1000" dirty="0"/>
            <a:t>Review past goals and performance</a:t>
          </a:r>
        </a:p>
      </dgm:t>
    </dgm:pt>
    <dgm:pt modelId="{0C4D966A-CCB3-4EFD-B16E-52849485A5A4}" type="parTrans" cxnId="{33FFF982-E20F-4548-8F56-094D42AF218E}">
      <dgm:prSet/>
      <dgm:spPr/>
      <dgm:t>
        <a:bodyPr/>
        <a:lstStyle/>
        <a:p>
          <a:endParaRPr lang="en-US"/>
        </a:p>
      </dgm:t>
    </dgm:pt>
    <dgm:pt modelId="{BF770560-88FA-44F6-85EE-E5E42FE954E7}" type="sibTrans" cxnId="{33FFF982-E20F-4548-8F56-094D42AF218E}">
      <dgm:prSet/>
      <dgm:spPr/>
      <dgm:t>
        <a:bodyPr/>
        <a:lstStyle/>
        <a:p>
          <a:endParaRPr lang="en-US"/>
        </a:p>
      </dgm:t>
    </dgm:pt>
    <dgm:pt modelId="{1E45FE3B-37F0-4AB0-BD96-F149992E4BBF}">
      <dgm:prSet custT="1"/>
      <dgm:spPr/>
      <dgm:t>
        <a:bodyPr/>
        <a:lstStyle/>
        <a:p>
          <a:r>
            <a:rPr lang="en-US" sz="1000" dirty="0"/>
            <a:t>Ask for others’ feedback</a:t>
          </a:r>
        </a:p>
      </dgm:t>
    </dgm:pt>
    <dgm:pt modelId="{AF016894-55B9-4915-A4BB-2357F631F35C}" type="parTrans" cxnId="{46B53FD7-744B-45DC-90B4-8C84849F5540}">
      <dgm:prSet/>
      <dgm:spPr/>
      <dgm:t>
        <a:bodyPr/>
        <a:lstStyle/>
        <a:p>
          <a:endParaRPr lang="en-US"/>
        </a:p>
      </dgm:t>
    </dgm:pt>
    <dgm:pt modelId="{87A92689-3EBF-441F-8C85-A61CEB7F7696}" type="sibTrans" cxnId="{46B53FD7-744B-45DC-90B4-8C84849F5540}">
      <dgm:prSet/>
      <dgm:spPr/>
      <dgm:t>
        <a:bodyPr/>
        <a:lstStyle/>
        <a:p>
          <a:endParaRPr lang="en-US"/>
        </a:p>
      </dgm:t>
    </dgm:pt>
    <dgm:pt modelId="{9CD47FED-3C8F-4A11-8EC8-BC7A830E96D9}">
      <dgm:prSet custT="1"/>
      <dgm:spPr/>
      <dgm:t>
        <a:bodyPr/>
        <a:lstStyle/>
        <a:p>
          <a:r>
            <a:rPr lang="en-US" sz="1000" dirty="0"/>
            <a:t>State school and transition goals</a:t>
          </a:r>
        </a:p>
      </dgm:t>
    </dgm:pt>
    <dgm:pt modelId="{43987954-608A-47FF-9C71-1E8268FCD3EA}" type="parTrans" cxnId="{E1DA2ECD-74A6-4F1B-A1CA-F1483BE8941D}">
      <dgm:prSet/>
      <dgm:spPr/>
      <dgm:t>
        <a:bodyPr/>
        <a:lstStyle/>
        <a:p>
          <a:endParaRPr lang="en-US"/>
        </a:p>
      </dgm:t>
    </dgm:pt>
    <dgm:pt modelId="{1AF19187-A9EA-4AA5-873F-A8420E77DA25}" type="sibTrans" cxnId="{E1DA2ECD-74A6-4F1B-A1CA-F1483BE8941D}">
      <dgm:prSet/>
      <dgm:spPr/>
      <dgm:t>
        <a:bodyPr/>
        <a:lstStyle/>
        <a:p>
          <a:endParaRPr lang="en-US"/>
        </a:p>
      </dgm:t>
    </dgm:pt>
    <dgm:pt modelId="{F4CB7037-0649-49C3-AFA6-DE29B4C4E8ED}">
      <dgm:prSet custT="1"/>
      <dgm:spPr/>
      <dgm:t>
        <a:bodyPr/>
        <a:lstStyle/>
        <a:p>
          <a:r>
            <a:rPr lang="en-US" sz="1000" dirty="0"/>
            <a:t>Ask questions</a:t>
          </a:r>
        </a:p>
      </dgm:t>
    </dgm:pt>
    <dgm:pt modelId="{35296FF1-8021-4686-B853-3ADA27282DA0}" type="parTrans" cxnId="{BF20CCF1-49DE-4BB4-80AE-2028A6093021}">
      <dgm:prSet/>
      <dgm:spPr/>
      <dgm:t>
        <a:bodyPr/>
        <a:lstStyle/>
        <a:p>
          <a:endParaRPr lang="en-US"/>
        </a:p>
      </dgm:t>
    </dgm:pt>
    <dgm:pt modelId="{E61B1379-E74E-4AA4-9224-69431B64241F}" type="sibTrans" cxnId="{BF20CCF1-49DE-4BB4-80AE-2028A6093021}">
      <dgm:prSet/>
      <dgm:spPr/>
      <dgm:t>
        <a:bodyPr/>
        <a:lstStyle/>
        <a:p>
          <a:endParaRPr lang="en-US"/>
        </a:p>
      </dgm:t>
    </dgm:pt>
    <dgm:pt modelId="{B8CE1D8F-C931-40BB-83D4-FC3486B9F818}">
      <dgm:prSet custT="1"/>
      <dgm:spPr/>
      <dgm:t>
        <a:bodyPr/>
        <a:lstStyle/>
        <a:p>
          <a:r>
            <a:rPr lang="en-US" sz="1000" dirty="0"/>
            <a:t>Deal with differences in opinion</a:t>
          </a:r>
        </a:p>
      </dgm:t>
    </dgm:pt>
    <dgm:pt modelId="{5755437F-F2AE-481B-B5CE-851FADB1915D}" type="parTrans" cxnId="{CFB9388D-CD8B-47D1-A354-861AC16ECCCE}">
      <dgm:prSet/>
      <dgm:spPr/>
      <dgm:t>
        <a:bodyPr/>
        <a:lstStyle/>
        <a:p>
          <a:endParaRPr lang="en-US"/>
        </a:p>
      </dgm:t>
    </dgm:pt>
    <dgm:pt modelId="{8995667E-A737-4579-9DA6-10CB7AB2908B}" type="sibTrans" cxnId="{CFB9388D-CD8B-47D1-A354-861AC16ECCCE}">
      <dgm:prSet/>
      <dgm:spPr/>
      <dgm:t>
        <a:bodyPr/>
        <a:lstStyle/>
        <a:p>
          <a:endParaRPr lang="en-US"/>
        </a:p>
      </dgm:t>
    </dgm:pt>
    <dgm:pt modelId="{033707EB-2E55-4025-BF24-7E1C1F208C42}">
      <dgm:prSet custT="1"/>
      <dgm:spPr/>
      <dgm:t>
        <a:bodyPr/>
        <a:lstStyle/>
        <a:p>
          <a:r>
            <a:rPr lang="en-US" sz="1000"/>
            <a:t>State support needed</a:t>
          </a:r>
        </a:p>
      </dgm:t>
    </dgm:pt>
    <dgm:pt modelId="{527C8BB9-32E9-4AA5-AB7E-96B5C6BE5A4C}" type="parTrans" cxnId="{F99BBFCE-EB05-401A-B972-8130BBD00C0C}">
      <dgm:prSet/>
      <dgm:spPr/>
      <dgm:t>
        <a:bodyPr/>
        <a:lstStyle/>
        <a:p>
          <a:endParaRPr lang="en-US"/>
        </a:p>
      </dgm:t>
    </dgm:pt>
    <dgm:pt modelId="{108410C0-C07E-46FE-B642-13CBF06BDDBF}" type="sibTrans" cxnId="{F99BBFCE-EB05-401A-B972-8130BBD00C0C}">
      <dgm:prSet/>
      <dgm:spPr/>
      <dgm:t>
        <a:bodyPr/>
        <a:lstStyle/>
        <a:p>
          <a:endParaRPr lang="en-US"/>
        </a:p>
      </dgm:t>
    </dgm:pt>
    <dgm:pt modelId="{60924EC9-8D87-4121-8EA2-71D240B2D0B5}">
      <dgm:prSet custT="1"/>
      <dgm:spPr/>
      <dgm:t>
        <a:bodyPr/>
        <a:lstStyle/>
        <a:p>
          <a:r>
            <a:rPr lang="en-US" sz="1000" dirty="0"/>
            <a:t>Summarize goals</a:t>
          </a:r>
        </a:p>
      </dgm:t>
    </dgm:pt>
    <dgm:pt modelId="{635E83E2-C146-42B3-A211-920508A070E9}" type="parTrans" cxnId="{2843C115-4B8E-46CF-B599-1902E4B72345}">
      <dgm:prSet/>
      <dgm:spPr/>
      <dgm:t>
        <a:bodyPr/>
        <a:lstStyle/>
        <a:p>
          <a:endParaRPr lang="en-US"/>
        </a:p>
      </dgm:t>
    </dgm:pt>
    <dgm:pt modelId="{707460E9-5B60-4377-9914-F8042C677523}" type="sibTrans" cxnId="{2843C115-4B8E-46CF-B599-1902E4B72345}">
      <dgm:prSet/>
      <dgm:spPr/>
      <dgm:t>
        <a:bodyPr/>
        <a:lstStyle/>
        <a:p>
          <a:endParaRPr lang="en-US"/>
        </a:p>
      </dgm:t>
    </dgm:pt>
    <dgm:pt modelId="{5C16059E-B780-48F9-8276-6ABE1830D714}">
      <dgm:prSet custT="1"/>
      <dgm:spPr/>
      <dgm:t>
        <a:bodyPr/>
        <a:lstStyle/>
        <a:p>
          <a:r>
            <a:rPr lang="en-US" sz="1000" dirty="0"/>
            <a:t>Thank everyone</a:t>
          </a:r>
        </a:p>
      </dgm:t>
    </dgm:pt>
    <dgm:pt modelId="{2777FC48-5D17-4933-8A78-793C9B5AD90C}" type="parTrans" cxnId="{819DC5B0-FEFA-4697-A51B-0BEF9CDE26D1}">
      <dgm:prSet/>
      <dgm:spPr/>
      <dgm:t>
        <a:bodyPr/>
        <a:lstStyle/>
        <a:p>
          <a:endParaRPr lang="en-US"/>
        </a:p>
      </dgm:t>
    </dgm:pt>
    <dgm:pt modelId="{9093C770-FAEB-431F-82FB-F0B9D90E9630}" type="sibTrans" cxnId="{819DC5B0-FEFA-4697-A51B-0BEF9CDE26D1}">
      <dgm:prSet/>
      <dgm:spPr/>
      <dgm:t>
        <a:bodyPr/>
        <a:lstStyle/>
        <a:p>
          <a:endParaRPr lang="en-US"/>
        </a:p>
      </dgm:t>
    </dgm:pt>
    <dgm:pt modelId="{E123D8A4-6DA5-41B0-86AD-F7BABE06F6E3}">
      <dgm:prSet custT="1"/>
      <dgm:spPr/>
      <dgm:t>
        <a:bodyPr/>
        <a:lstStyle/>
        <a:p>
          <a:r>
            <a:rPr lang="en-US" sz="1000" dirty="0"/>
            <a:t>Work on goals all year long</a:t>
          </a:r>
        </a:p>
      </dgm:t>
    </dgm:pt>
    <dgm:pt modelId="{91175B3C-CDE6-4A34-AC36-3B605D8B059A}" type="parTrans" cxnId="{63ECBA5E-E691-4415-AF1D-890A0D1D513C}">
      <dgm:prSet/>
      <dgm:spPr/>
      <dgm:t>
        <a:bodyPr/>
        <a:lstStyle/>
        <a:p>
          <a:endParaRPr lang="en-US"/>
        </a:p>
      </dgm:t>
    </dgm:pt>
    <dgm:pt modelId="{C63E58B4-C3A1-4E35-8522-E081EDEFAFC9}" type="sibTrans" cxnId="{63ECBA5E-E691-4415-AF1D-890A0D1D513C}">
      <dgm:prSet/>
      <dgm:spPr/>
      <dgm:t>
        <a:bodyPr/>
        <a:lstStyle/>
        <a:p>
          <a:endParaRPr lang="en-US"/>
        </a:p>
      </dgm:t>
    </dgm:pt>
    <dgm:pt modelId="{4BD8C14B-559E-470A-A6F4-2B4D91E016F0}" type="pres">
      <dgm:prSet presAssocID="{45F792DB-2930-46A3-9F6E-CCEE9CF00B3A}" presName="Name0" presStyleCnt="0">
        <dgm:presLayoutVars>
          <dgm:dir/>
          <dgm:animLvl val="lvl"/>
          <dgm:resizeHandles val="exact"/>
        </dgm:presLayoutVars>
      </dgm:prSet>
      <dgm:spPr/>
    </dgm:pt>
    <dgm:pt modelId="{0C98613C-7D44-4548-9DB9-372716404EC1}" type="pres">
      <dgm:prSet presAssocID="{73EDD659-69B0-4289-B62E-8A1C56E33D0C}" presName="linNode" presStyleCnt="0"/>
      <dgm:spPr/>
    </dgm:pt>
    <dgm:pt modelId="{951C9063-C4ED-4433-B449-9BACB1382663}" type="pres">
      <dgm:prSet presAssocID="{73EDD659-69B0-4289-B62E-8A1C56E33D0C}" presName="parentText" presStyleLbl="node1" presStyleIdx="0" presStyleCnt="2" custScaleX="136016" custScaleY="119967">
        <dgm:presLayoutVars>
          <dgm:chMax val="1"/>
          <dgm:bulletEnabled val="1"/>
        </dgm:presLayoutVars>
      </dgm:prSet>
      <dgm:spPr/>
    </dgm:pt>
    <dgm:pt modelId="{0C2AAC55-BE7C-4B87-A1E6-832BBB33F23B}" type="pres">
      <dgm:prSet presAssocID="{C3438A5B-CA35-4F33-855F-A355022D0856}" presName="sp" presStyleCnt="0"/>
      <dgm:spPr/>
    </dgm:pt>
    <dgm:pt modelId="{D3EAD507-263E-418F-84AD-861C945DDCB1}" type="pres">
      <dgm:prSet presAssocID="{17127DD7-895E-43E2-A427-3E212FAF8F2D}" presName="linNode" presStyleCnt="0"/>
      <dgm:spPr/>
    </dgm:pt>
    <dgm:pt modelId="{0E14DDD0-C7A7-4B4D-84B2-F6772AA7326C}" type="pres">
      <dgm:prSet presAssocID="{17127DD7-895E-43E2-A427-3E212FAF8F2D}" presName="parentText" presStyleLbl="node1" presStyleIdx="1" presStyleCnt="2" custScaleY="202207">
        <dgm:presLayoutVars>
          <dgm:chMax val="1"/>
          <dgm:bulletEnabled val="1"/>
        </dgm:presLayoutVars>
      </dgm:prSet>
      <dgm:spPr/>
    </dgm:pt>
    <dgm:pt modelId="{5F980D1B-0655-406E-8375-65F45D4855C1}" type="pres">
      <dgm:prSet presAssocID="{17127DD7-895E-43E2-A427-3E212FAF8F2D}" presName="descendantText" presStyleLbl="alignAccFollowNode1" presStyleIdx="0" presStyleCnt="1" custScaleY="324035" custLinFactNeighborX="4085" custLinFactNeighborY="0">
        <dgm:presLayoutVars>
          <dgm:bulletEnabled val="1"/>
        </dgm:presLayoutVars>
      </dgm:prSet>
      <dgm:spPr/>
    </dgm:pt>
  </dgm:ptLst>
  <dgm:cxnLst>
    <dgm:cxn modelId="{6E44EC13-5549-40F1-9511-2CEBDE093BB5}" srcId="{45F792DB-2930-46A3-9F6E-CCEE9CF00B3A}" destId="{73EDD659-69B0-4289-B62E-8A1C56E33D0C}" srcOrd="0" destOrd="0" parTransId="{BDF5A077-3837-4202-9545-50AE3D115135}" sibTransId="{C3438A5B-CA35-4F33-855F-A355022D0856}"/>
    <dgm:cxn modelId="{2843C115-4B8E-46CF-B599-1902E4B72345}" srcId="{17127DD7-895E-43E2-A427-3E212FAF8F2D}" destId="{60924EC9-8D87-4121-8EA2-71D240B2D0B5}" srcOrd="8" destOrd="0" parTransId="{635E83E2-C146-42B3-A211-920508A070E9}" sibTransId="{707460E9-5B60-4377-9914-F8042C677523}"/>
    <dgm:cxn modelId="{E8952E16-6062-4C4E-9094-59E301FCB250}" type="presOf" srcId="{45F792DB-2930-46A3-9F6E-CCEE9CF00B3A}" destId="{4BD8C14B-559E-470A-A6F4-2B4D91E016F0}" srcOrd="0" destOrd="0" presId="urn:microsoft.com/office/officeart/2005/8/layout/vList5"/>
    <dgm:cxn modelId="{A793532D-D514-4E38-8471-2A4281AE6EB0}" type="presOf" srcId="{05B0F20E-B91B-455A-8EF4-BA6C8063D6DF}" destId="{5F980D1B-0655-406E-8375-65F45D4855C1}" srcOrd="0" destOrd="0" presId="urn:microsoft.com/office/officeart/2005/8/layout/vList5"/>
    <dgm:cxn modelId="{A37D373A-544C-4403-A36F-7A9F6DBD2AEB}" srcId="{45F792DB-2930-46A3-9F6E-CCEE9CF00B3A}" destId="{17127DD7-895E-43E2-A427-3E212FAF8F2D}" srcOrd="1" destOrd="0" parTransId="{F6CA360C-787C-4CD3-B336-54D04262C4E9}" sibTransId="{352CA16E-AF83-41E4-93E3-A437EA189B53}"/>
    <dgm:cxn modelId="{419D9A3F-3EFE-4225-BEB5-F50122B492CD}" type="presOf" srcId="{9CD47FED-3C8F-4A11-8EC8-BC7A830E96D9}" destId="{5F980D1B-0655-406E-8375-65F45D4855C1}" srcOrd="0" destOrd="4" presId="urn:microsoft.com/office/officeart/2005/8/layout/vList5"/>
    <dgm:cxn modelId="{45996F40-756F-4C61-B655-A4AD852DD5FE}" srcId="{17127DD7-895E-43E2-A427-3E212FAF8F2D}" destId="{05B0F20E-B91B-455A-8EF4-BA6C8063D6DF}" srcOrd="0" destOrd="0" parTransId="{D7190A03-3738-4245-85BB-93DF004D5001}" sibTransId="{637DE778-A153-46B8-8BE3-A7C05AA79422}"/>
    <dgm:cxn modelId="{63ECBA5E-E691-4415-AF1D-890A0D1D513C}" srcId="{17127DD7-895E-43E2-A427-3E212FAF8F2D}" destId="{E123D8A4-6DA5-41B0-86AD-F7BABE06F6E3}" srcOrd="10" destOrd="0" parTransId="{91175B3C-CDE6-4A34-AC36-3B605D8B059A}" sibTransId="{C63E58B4-C3A1-4E35-8522-E081EDEFAFC9}"/>
    <dgm:cxn modelId="{151F725F-1CCF-4D37-BD66-120D720F3ACF}" type="presOf" srcId="{B8CE1D8F-C931-40BB-83D4-FC3486B9F818}" destId="{5F980D1B-0655-406E-8375-65F45D4855C1}" srcOrd="0" destOrd="6" presId="urn:microsoft.com/office/officeart/2005/8/layout/vList5"/>
    <dgm:cxn modelId="{9FE28449-67CC-4410-B093-4C2A8BC02FAA}" type="presOf" srcId="{F4CB7037-0649-49C3-AFA6-DE29B4C4E8ED}" destId="{5F980D1B-0655-406E-8375-65F45D4855C1}" srcOrd="0" destOrd="5" presId="urn:microsoft.com/office/officeart/2005/8/layout/vList5"/>
    <dgm:cxn modelId="{85E2304F-3691-4C8F-A1FC-D1A00B3B7117}" type="presOf" srcId="{1E45FE3B-37F0-4AB0-BD96-F149992E4BBF}" destId="{5F980D1B-0655-406E-8375-65F45D4855C1}" srcOrd="0" destOrd="3" presId="urn:microsoft.com/office/officeart/2005/8/layout/vList5"/>
    <dgm:cxn modelId="{0CB5CF70-6E7E-4203-B74B-F48F7E807A25}" type="presOf" srcId="{5C16059E-B780-48F9-8276-6ABE1830D714}" destId="{5F980D1B-0655-406E-8375-65F45D4855C1}" srcOrd="0" destOrd="9" presId="urn:microsoft.com/office/officeart/2005/8/layout/vList5"/>
    <dgm:cxn modelId="{33FFF982-E20F-4548-8F56-094D42AF218E}" srcId="{17127DD7-895E-43E2-A427-3E212FAF8F2D}" destId="{A9BE225B-0F0D-4EE7-A0DF-95578B136483}" srcOrd="2" destOrd="0" parTransId="{0C4D966A-CCB3-4EFD-B16E-52849485A5A4}" sibTransId="{BF770560-88FA-44F6-85EE-E5E42FE954E7}"/>
    <dgm:cxn modelId="{1987368C-42A4-42F3-9D3E-2F4EA6BC8BFE}" type="presOf" srcId="{E123D8A4-6DA5-41B0-86AD-F7BABE06F6E3}" destId="{5F980D1B-0655-406E-8375-65F45D4855C1}" srcOrd="0" destOrd="10" presId="urn:microsoft.com/office/officeart/2005/8/layout/vList5"/>
    <dgm:cxn modelId="{CFB9388D-CD8B-47D1-A354-861AC16ECCCE}" srcId="{17127DD7-895E-43E2-A427-3E212FAF8F2D}" destId="{B8CE1D8F-C931-40BB-83D4-FC3486B9F818}" srcOrd="6" destOrd="0" parTransId="{5755437F-F2AE-481B-B5CE-851FADB1915D}" sibTransId="{8995667E-A737-4579-9DA6-10CB7AB2908B}"/>
    <dgm:cxn modelId="{09359A8F-A350-4190-91A3-3BAA6A0BAB8B}" type="presOf" srcId="{73EDD659-69B0-4289-B62E-8A1C56E33D0C}" destId="{951C9063-C4ED-4433-B449-9BACB1382663}" srcOrd="0" destOrd="0" presId="urn:microsoft.com/office/officeart/2005/8/layout/vList5"/>
    <dgm:cxn modelId="{EB148099-DD19-421A-AD40-CFE27E958462}" type="presOf" srcId="{033707EB-2E55-4025-BF24-7E1C1F208C42}" destId="{5F980D1B-0655-406E-8375-65F45D4855C1}" srcOrd="0" destOrd="7" presId="urn:microsoft.com/office/officeart/2005/8/layout/vList5"/>
    <dgm:cxn modelId="{819DC5B0-FEFA-4697-A51B-0BEF9CDE26D1}" srcId="{17127DD7-895E-43E2-A427-3E212FAF8F2D}" destId="{5C16059E-B780-48F9-8276-6ABE1830D714}" srcOrd="9" destOrd="0" parTransId="{2777FC48-5D17-4933-8A78-793C9B5AD90C}" sibTransId="{9093C770-FAEB-431F-82FB-F0B9D90E9630}"/>
    <dgm:cxn modelId="{E4F0CDB6-B0B8-4833-83B7-11BAD37D946E}" srcId="{17127DD7-895E-43E2-A427-3E212FAF8F2D}" destId="{191FB147-BAAE-4ABD-8C47-11AE980C8F32}" srcOrd="1" destOrd="0" parTransId="{F06BD8C2-CD79-4018-A21B-68AC0570C291}" sibTransId="{A2A3E860-5B1E-4915-85FB-478A035705A3}"/>
    <dgm:cxn modelId="{402EB1C3-D968-4E4D-8B27-05060324643E}" type="presOf" srcId="{17127DD7-895E-43E2-A427-3E212FAF8F2D}" destId="{0E14DDD0-C7A7-4B4D-84B2-F6772AA7326C}" srcOrd="0" destOrd="0" presId="urn:microsoft.com/office/officeart/2005/8/layout/vList5"/>
    <dgm:cxn modelId="{E1DA2ECD-74A6-4F1B-A1CA-F1483BE8941D}" srcId="{17127DD7-895E-43E2-A427-3E212FAF8F2D}" destId="{9CD47FED-3C8F-4A11-8EC8-BC7A830E96D9}" srcOrd="4" destOrd="0" parTransId="{43987954-608A-47FF-9C71-1E8268FCD3EA}" sibTransId="{1AF19187-A9EA-4AA5-873F-A8420E77DA25}"/>
    <dgm:cxn modelId="{F99BBFCE-EB05-401A-B972-8130BBD00C0C}" srcId="{17127DD7-895E-43E2-A427-3E212FAF8F2D}" destId="{033707EB-2E55-4025-BF24-7E1C1F208C42}" srcOrd="7" destOrd="0" parTransId="{527C8BB9-32E9-4AA5-AB7E-96B5C6BE5A4C}" sibTransId="{108410C0-C07E-46FE-B642-13CBF06BDDBF}"/>
    <dgm:cxn modelId="{46B53FD7-744B-45DC-90B4-8C84849F5540}" srcId="{17127DD7-895E-43E2-A427-3E212FAF8F2D}" destId="{1E45FE3B-37F0-4AB0-BD96-F149992E4BBF}" srcOrd="3" destOrd="0" parTransId="{AF016894-55B9-4915-A4BB-2357F631F35C}" sibTransId="{87A92689-3EBF-441F-8C85-A61CEB7F7696}"/>
    <dgm:cxn modelId="{4BC822E5-F9E5-43BF-8332-F602FBBAF188}" type="presOf" srcId="{60924EC9-8D87-4121-8EA2-71D240B2D0B5}" destId="{5F980D1B-0655-406E-8375-65F45D4855C1}" srcOrd="0" destOrd="8" presId="urn:microsoft.com/office/officeart/2005/8/layout/vList5"/>
    <dgm:cxn modelId="{CA5108E8-E0E3-4F16-BD7E-29724B9DDD2C}" type="presOf" srcId="{A9BE225B-0F0D-4EE7-A0DF-95578B136483}" destId="{5F980D1B-0655-406E-8375-65F45D4855C1}" srcOrd="0" destOrd="2" presId="urn:microsoft.com/office/officeart/2005/8/layout/vList5"/>
    <dgm:cxn modelId="{3B55FFE8-B768-4F9A-8E26-AFCEABFD211E}" type="presOf" srcId="{191FB147-BAAE-4ABD-8C47-11AE980C8F32}" destId="{5F980D1B-0655-406E-8375-65F45D4855C1}" srcOrd="0" destOrd="1" presId="urn:microsoft.com/office/officeart/2005/8/layout/vList5"/>
    <dgm:cxn modelId="{BF20CCF1-49DE-4BB4-80AE-2028A6093021}" srcId="{17127DD7-895E-43E2-A427-3E212FAF8F2D}" destId="{F4CB7037-0649-49C3-AFA6-DE29B4C4E8ED}" srcOrd="5" destOrd="0" parTransId="{35296FF1-8021-4686-B853-3ADA27282DA0}" sibTransId="{E61B1379-E74E-4AA4-9224-69431B64241F}"/>
    <dgm:cxn modelId="{39404C26-4AD7-436D-BE12-BDF70D86E0C3}" type="presParOf" srcId="{4BD8C14B-559E-470A-A6F4-2B4D91E016F0}" destId="{0C98613C-7D44-4548-9DB9-372716404EC1}" srcOrd="0" destOrd="0" presId="urn:microsoft.com/office/officeart/2005/8/layout/vList5"/>
    <dgm:cxn modelId="{6D379F48-F3BC-40E8-94C4-4D062C23AFF3}" type="presParOf" srcId="{0C98613C-7D44-4548-9DB9-372716404EC1}" destId="{951C9063-C4ED-4433-B449-9BACB1382663}" srcOrd="0" destOrd="0" presId="urn:microsoft.com/office/officeart/2005/8/layout/vList5"/>
    <dgm:cxn modelId="{644B2B74-016F-4E42-8471-1D0DEC6BA642}" type="presParOf" srcId="{4BD8C14B-559E-470A-A6F4-2B4D91E016F0}" destId="{0C2AAC55-BE7C-4B87-A1E6-832BBB33F23B}" srcOrd="1" destOrd="0" presId="urn:microsoft.com/office/officeart/2005/8/layout/vList5"/>
    <dgm:cxn modelId="{F898C87D-7C84-49F9-9802-54EB1D003C5E}" type="presParOf" srcId="{4BD8C14B-559E-470A-A6F4-2B4D91E016F0}" destId="{D3EAD507-263E-418F-84AD-861C945DDCB1}" srcOrd="2" destOrd="0" presId="urn:microsoft.com/office/officeart/2005/8/layout/vList5"/>
    <dgm:cxn modelId="{9FE7ECC6-EE00-4EC8-A760-63FF47CA7BAC}" type="presParOf" srcId="{D3EAD507-263E-418F-84AD-861C945DDCB1}" destId="{0E14DDD0-C7A7-4B4D-84B2-F6772AA7326C}" srcOrd="0" destOrd="0" presId="urn:microsoft.com/office/officeart/2005/8/layout/vList5"/>
    <dgm:cxn modelId="{97219574-F364-483A-8D67-BEA412925DED}" type="presParOf" srcId="{D3EAD507-263E-418F-84AD-861C945DDCB1}" destId="{5F980D1B-0655-406E-8375-65F45D4855C1}"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7C193-12AD-4D6D-BA28-D769383EB64F}">
      <dsp:nvSpPr>
        <dsp:cNvPr id="0" name=""/>
        <dsp:cNvSpPr/>
      </dsp:nvSpPr>
      <dsp:spPr>
        <a:xfrm>
          <a:off x="231597" y="1749"/>
          <a:ext cx="1630002" cy="9780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Educator knowledge</a:t>
          </a:r>
        </a:p>
      </dsp:txBody>
      <dsp:txXfrm>
        <a:off x="231597" y="1749"/>
        <a:ext cx="1630002" cy="978001"/>
      </dsp:txXfrm>
    </dsp:sp>
    <dsp:sp modelId="{7B956CC2-59A2-4929-A425-C4203621EE6C}">
      <dsp:nvSpPr>
        <dsp:cNvPr id="0" name=""/>
        <dsp:cNvSpPr/>
      </dsp:nvSpPr>
      <dsp:spPr>
        <a:xfrm>
          <a:off x="2024600" y="1749"/>
          <a:ext cx="1630002" cy="9780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Administrative support</a:t>
          </a:r>
        </a:p>
      </dsp:txBody>
      <dsp:txXfrm>
        <a:off x="2024600" y="1749"/>
        <a:ext cx="1630002" cy="978001"/>
      </dsp:txXfrm>
    </dsp:sp>
    <dsp:sp modelId="{7C8837DC-2404-46EF-8595-F39309AAD3CE}">
      <dsp:nvSpPr>
        <dsp:cNvPr id="0" name=""/>
        <dsp:cNvSpPr/>
      </dsp:nvSpPr>
      <dsp:spPr>
        <a:xfrm>
          <a:off x="231597" y="1142751"/>
          <a:ext cx="1630002" cy="9780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Parent support and permission</a:t>
          </a:r>
        </a:p>
      </dsp:txBody>
      <dsp:txXfrm>
        <a:off x="231597" y="1142751"/>
        <a:ext cx="1630002" cy="978001"/>
      </dsp:txXfrm>
    </dsp:sp>
    <dsp:sp modelId="{245A0E11-C400-4297-9B99-E6FF74A18318}">
      <dsp:nvSpPr>
        <dsp:cNvPr id="0" name=""/>
        <dsp:cNvSpPr/>
      </dsp:nvSpPr>
      <dsp:spPr>
        <a:xfrm>
          <a:off x="2024600" y="1142751"/>
          <a:ext cx="1630002" cy="9780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Educational tools and resources to teach self-determination skills and student involvement in the IEP</a:t>
          </a:r>
        </a:p>
      </dsp:txBody>
      <dsp:txXfrm>
        <a:off x="2024600" y="1142751"/>
        <a:ext cx="1630002" cy="978001"/>
      </dsp:txXfrm>
    </dsp:sp>
    <dsp:sp modelId="{74CBA845-C465-4DCB-8780-52CA584D7E38}">
      <dsp:nvSpPr>
        <dsp:cNvPr id="0" name=""/>
        <dsp:cNvSpPr/>
      </dsp:nvSpPr>
      <dsp:spPr>
        <a:xfrm>
          <a:off x="231597" y="2283753"/>
          <a:ext cx="1630002" cy="9780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Student buy-in</a:t>
          </a:r>
        </a:p>
      </dsp:txBody>
      <dsp:txXfrm>
        <a:off x="231597" y="2283753"/>
        <a:ext cx="1630002" cy="978001"/>
      </dsp:txXfrm>
    </dsp:sp>
    <dsp:sp modelId="{F6117940-F8E4-4A46-A243-0795BAA0FDC3}">
      <dsp:nvSpPr>
        <dsp:cNvPr id="0" name=""/>
        <dsp:cNvSpPr/>
      </dsp:nvSpPr>
      <dsp:spPr>
        <a:xfrm>
          <a:off x="2024600" y="2283753"/>
          <a:ext cx="1630002" cy="97800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Starting EARLY</a:t>
          </a:r>
        </a:p>
      </dsp:txBody>
      <dsp:txXfrm>
        <a:off x="2024600" y="2283753"/>
        <a:ext cx="1630002" cy="9780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51C9063-C4ED-4433-B449-9BACB1382663}">
      <dsp:nvSpPr>
        <dsp:cNvPr id="0" name=""/>
        <dsp:cNvSpPr/>
      </dsp:nvSpPr>
      <dsp:spPr>
        <a:xfrm>
          <a:off x="1897" y="191"/>
          <a:ext cx="1899192" cy="1018927"/>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kern="1200" dirty="0"/>
            <a:t>“I will loose too much control over the meeting and the important legal information will not be discussed.”</a:t>
          </a:r>
        </a:p>
      </dsp:txBody>
      <dsp:txXfrm>
        <a:off x="51637" y="49931"/>
        <a:ext cx="1799712" cy="919447"/>
      </dsp:txXfrm>
    </dsp:sp>
    <dsp:sp modelId="{5F980D1B-0655-406E-8375-65F45D4855C1}">
      <dsp:nvSpPr>
        <dsp:cNvPr id="0" name=""/>
        <dsp:cNvSpPr/>
      </dsp:nvSpPr>
      <dsp:spPr>
        <a:xfrm rot="5400000">
          <a:off x="1542967" y="920079"/>
          <a:ext cx="2201726" cy="2484739"/>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44500">
            <a:lnSpc>
              <a:spcPct val="90000"/>
            </a:lnSpc>
            <a:spcBef>
              <a:spcPct val="0"/>
            </a:spcBef>
            <a:spcAft>
              <a:spcPct val="15000"/>
            </a:spcAft>
            <a:buChar char="•"/>
          </a:pPr>
          <a:r>
            <a:rPr lang="en-US" sz="1000" kern="1200" dirty="0"/>
            <a:t>Begin the meeting by stating the purpose</a:t>
          </a:r>
        </a:p>
        <a:p>
          <a:pPr marL="57150" lvl="1" indent="-57150" algn="l" defTabSz="444500">
            <a:lnSpc>
              <a:spcPct val="90000"/>
            </a:lnSpc>
            <a:spcBef>
              <a:spcPct val="0"/>
            </a:spcBef>
            <a:spcAft>
              <a:spcPct val="15000"/>
            </a:spcAft>
            <a:buChar char="•"/>
          </a:pPr>
          <a:r>
            <a:rPr lang="en-US" sz="1000" kern="1200" dirty="0"/>
            <a:t>Introduce everyone</a:t>
          </a:r>
        </a:p>
        <a:p>
          <a:pPr marL="57150" lvl="1" indent="-57150" algn="l" defTabSz="444500">
            <a:lnSpc>
              <a:spcPct val="90000"/>
            </a:lnSpc>
            <a:spcBef>
              <a:spcPct val="0"/>
            </a:spcBef>
            <a:spcAft>
              <a:spcPct val="15000"/>
            </a:spcAft>
            <a:buChar char="•"/>
          </a:pPr>
          <a:r>
            <a:rPr lang="en-US" sz="1000" kern="1200" dirty="0"/>
            <a:t>Review past goals and performance</a:t>
          </a:r>
        </a:p>
        <a:p>
          <a:pPr marL="57150" lvl="1" indent="-57150" algn="l" defTabSz="444500">
            <a:lnSpc>
              <a:spcPct val="90000"/>
            </a:lnSpc>
            <a:spcBef>
              <a:spcPct val="0"/>
            </a:spcBef>
            <a:spcAft>
              <a:spcPct val="15000"/>
            </a:spcAft>
            <a:buChar char="•"/>
          </a:pPr>
          <a:r>
            <a:rPr lang="en-US" sz="1000" kern="1200" dirty="0"/>
            <a:t>Ask for others’ feedback</a:t>
          </a:r>
        </a:p>
        <a:p>
          <a:pPr marL="57150" lvl="1" indent="-57150" algn="l" defTabSz="444500">
            <a:lnSpc>
              <a:spcPct val="90000"/>
            </a:lnSpc>
            <a:spcBef>
              <a:spcPct val="0"/>
            </a:spcBef>
            <a:spcAft>
              <a:spcPct val="15000"/>
            </a:spcAft>
            <a:buChar char="•"/>
          </a:pPr>
          <a:r>
            <a:rPr lang="en-US" sz="1000" kern="1200" dirty="0"/>
            <a:t>State school and transition goals</a:t>
          </a:r>
        </a:p>
        <a:p>
          <a:pPr marL="57150" lvl="1" indent="-57150" algn="l" defTabSz="444500">
            <a:lnSpc>
              <a:spcPct val="90000"/>
            </a:lnSpc>
            <a:spcBef>
              <a:spcPct val="0"/>
            </a:spcBef>
            <a:spcAft>
              <a:spcPct val="15000"/>
            </a:spcAft>
            <a:buChar char="•"/>
          </a:pPr>
          <a:r>
            <a:rPr lang="en-US" sz="1000" kern="1200" dirty="0"/>
            <a:t>Ask questions</a:t>
          </a:r>
        </a:p>
        <a:p>
          <a:pPr marL="57150" lvl="1" indent="-57150" algn="l" defTabSz="444500">
            <a:lnSpc>
              <a:spcPct val="90000"/>
            </a:lnSpc>
            <a:spcBef>
              <a:spcPct val="0"/>
            </a:spcBef>
            <a:spcAft>
              <a:spcPct val="15000"/>
            </a:spcAft>
            <a:buChar char="•"/>
          </a:pPr>
          <a:r>
            <a:rPr lang="en-US" sz="1000" kern="1200" dirty="0"/>
            <a:t>Deal with differences in opinion</a:t>
          </a:r>
        </a:p>
        <a:p>
          <a:pPr marL="57150" lvl="1" indent="-57150" algn="l" defTabSz="444500">
            <a:lnSpc>
              <a:spcPct val="90000"/>
            </a:lnSpc>
            <a:spcBef>
              <a:spcPct val="0"/>
            </a:spcBef>
            <a:spcAft>
              <a:spcPct val="15000"/>
            </a:spcAft>
            <a:buChar char="•"/>
          </a:pPr>
          <a:r>
            <a:rPr lang="en-US" sz="1000" kern="1200"/>
            <a:t>State support needed</a:t>
          </a:r>
        </a:p>
        <a:p>
          <a:pPr marL="57150" lvl="1" indent="-57150" algn="l" defTabSz="444500">
            <a:lnSpc>
              <a:spcPct val="90000"/>
            </a:lnSpc>
            <a:spcBef>
              <a:spcPct val="0"/>
            </a:spcBef>
            <a:spcAft>
              <a:spcPct val="15000"/>
            </a:spcAft>
            <a:buChar char="•"/>
          </a:pPr>
          <a:r>
            <a:rPr lang="en-US" sz="1000" kern="1200" dirty="0"/>
            <a:t>Summarize goals</a:t>
          </a:r>
        </a:p>
        <a:p>
          <a:pPr marL="57150" lvl="1" indent="-57150" algn="l" defTabSz="444500">
            <a:lnSpc>
              <a:spcPct val="90000"/>
            </a:lnSpc>
            <a:spcBef>
              <a:spcPct val="0"/>
            </a:spcBef>
            <a:spcAft>
              <a:spcPct val="15000"/>
            </a:spcAft>
            <a:buChar char="•"/>
          </a:pPr>
          <a:r>
            <a:rPr lang="en-US" sz="1000" kern="1200" dirty="0"/>
            <a:t>Thank everyone</a:t>
          </a:r>
        </a:p>
        <a:p>
          <a:pPr marL="57150" lvl="1" indent="-57150" algn="l" defTabSz="444500">
            <a:lnSpc>
              <a:spcPct val="90000"/>
            </a:lnSpc>
            <a:spcBef>
              <a:spcPct val="0"/>
            </a:spcBef>
            <a:spcAft>
              <a:spcPct val="15000"/>
            </a:spcAft>
            <a:buChar char="•"/>
          </a:pPr>
          <a:r>
            <a:rPr lang="en-US" sz="1000" kern="1200" dirty="0"/>
            <a:t>Work on goals all year long</a:t>
          </a:r>
        </a:p>
      </dsp:txBody>
      <dsp:txXfrm rot="-5400000">
        <a:off x="1401461" y="1169065"/>
        <a:ext cx="2377260" cy="1986768"/>
      </dsp:txXfrm>
    </dsp:sp>
    <dsp:sp modelId="{0E14DDD0-C7A7-4B4D-84B2-F6772AA7326C}">
      <dsp:nvSpPr>
        <dsp:cNvPr id="0" name=""/>
        <dsp:cNvSpPr/>
      </dsp:nvSpPr>
      <dsp:spPr>
        <a:xfrm>
          <a:off x="1897" y="1303737"/>
          <a:ext cx="1397665" cy="1717424"/>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US" sz="1200" b="1" kern="1200" dirty="0"/>
            <a:t>11 Steps from ‘Why is This Cake on Fire” for a Self-Directed IEP: </a:t>
          </a:r>
          <a:endParaRPr lang="en-US" sz="1200" kern="1200" dirty="0"/>
        </a:p>
      </dsp:txBody>
      <dsp:txXfrm>
        <a:off x="70125" y="1371965"/>
        <a:ext cx="1261209" cy="1580968"/>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5146048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796ebedc0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796ebedc0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35928772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571826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35850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Tree>
    <p:extLst>
      <p:ext uri="{BB962C8B-B14F-4D97-AF65-F5344CB8AC3E}">
        <p14:creationId xmlns:p14="http://schemas.microsoft.com/office/powerpoint/2010/main" val="1445798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dirty="0"/>
          </a:p>
        </p:txBody>
      </p:sp>
    </p:spTree>
    <p:extLst>
      <p:ext uri="{BB962C8B-B14F-4D97-AF65-F5344CB8AC3E}">
        <p14:creationId xmlns:p14="http://schemas.microsoft.com/office/powerpoint/2010/main" val="2411517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62560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50920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83031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02287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77d29277cd_2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77d29277cd_2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628059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796ebedc0f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796ebedc0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29738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en-US" dirty="0"/>
          </a:p>
        </p:txBody>
      </p:sp>
    </p:spTree>
    <p:extLst>
      <p:ext uri="{BB962C8B-B14F-4D97-AF65-F5344CB8AC3E}">
        <p14:creationId xmlns:p14="http://schemas.microsoft.com/office/powerpoint/2010/main" val="10082703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pic>
        <p:nvPicPr>
          <p:cNvPr id="19" name="Picture 18" descr="Plan Your Way OK - Pathways to Partnership Branding">
            <a:extLst>
              <a:ext uri="{FF2B5EF4-FFF2-40B4-BE49-F238E27FC236}">
                <a16:creationId xmlns:a16="http://schemas.microsoft.com/office/drawing/2014/main" id="{139458B0-30E7-2183-E0BC-314754192B05}"/>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0" y="0"/>
            <a:ext cx="9144000" cy="51435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sp>
        <p:nvSpPr>
          <p:cNvPr id="4" name="Date Placeholder 3">
            <a:extLst>
              <a:ext uri="{FF2B5EF4-FFF2-40B4-BE49-F238E27FC236}">
                <a16:creationId xmlns:a16="http://schemas.microsoft.com/office/drawing/2014/main" id="{BECE081B-8AFD-D5FC-5BDA-93266454635F}"/>
              </a:ext>
            </a:extLst>
          </p:cNvPr>
          <p:cNvSpPr>
            <a:spLocks noGrp="1"/>
          </p:cNvSpPr>
          <p:nvPr>
            <p:ph type="dt" sz="half" idx="10"/>
          </p:nvPr>
        </p:nvSpPr>
        <p:spPr/>
        <p:txBody>
          <a:bodyPr/>
          <a:lstStyle/>
          <a:p>
            <a:fld id="{5A0FCB29-5841-415B-8794-5F64FD0A6698}" type="datetimeFigureOut">
              <a:rPr lang="en-US" smtClean="0"/>
              <a:t>6/8/2026</a:t>
            </a:fld>
            <a:endParaRPr lang="en-US" dirty="0"/>
          </a:p>
        </p:txBody>
      </p:sp>
      <p:sp>
        <p:nvSpPr>
          <p:cNvPr id="5" name="Footer Placeholder 4">
            <a:extLst>
              <a:ext uri="{FF2B5EF4-FFF2-40B4-BE49-F238E27FC236}">
                <a16:creationId xmlns:a16="http://schemas.microsoft.com/office/drawing/2014/main" id="{4D2B0962-935E-E563-68DF-7E0D400F6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B47A3-5400-C06D-FC82-EDF5C8B0CE6F}"/>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9" name="Picture 8" descr="Blue and white sign&#10;&#10;">
            <a:extLst>
              <a:ext uri="{FF2B5EF4-FFF2-40B4-BE49-F238E27FC236}">
                <a16:creationId xmlns:a16="http://schemas.microsoft.com/office/drawing/2014/main" id="{88FB3550-3282-2683-4046-E0A6CAF7B85B}"/>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0"/>
            <a:ext cx="5615306" cy="1596465"/>
          </a:xfrm>
          <a:prstGeom prst="rect">
            <a:avLst/>
          </a:prstGeom>
        </p:spPr>
      </p:pic>
      <p:sp>
        <p:nvSpPr>
          <p:cNvPr id="10" name="TextBox 9">
            <a:extLst>
              <a:ext uri="{FF2B5EF4-FFF2-40B4-BE49-F238E27FC236}">
                <a16:creationId xmlns:a16="http://schemas.microsoft.com/office/drawing/2014/main" id="{B5896585-3E93-1142-5556-DB1C5C7297CF}"/>
              </a:ext>
            </a:extLst>
          </p:cNvPr>
          <p:cNvSpPr txBox="1">
            <a:spLocks/>
          </p:cNvSpPr>
          <p:nvPr/>
        </p:nvSpPr>
        <p:spPr>
          <a:xfrm>
            <a:off x="5021745" y="3079692"/>
            <a:ext cx="3766931" cy="1661993"/>
          </a:xfrm>
          <a:prstGeom prst="rect">
            <a:avLst/>
          </a:prstGeom>
          <a:noFill/>
        </p:spPr>
        <p:txBody>
          <a:bodyPr wrap="square" rtlCol="0">
            <a:spAutoFit/>
          </a:bodyPr>
          <a:lstStyle/>
          <a:p>
            <a:r>
              <a:rPr lang="en-US" sz="1200" b="1" dirty="0">
                <a:latin typeface="Atkinson Hyperlegible Next" pitchFamily="50" charset="0"/>
              </a:rPr>
              <a:t>OKLAHOMA STATE DEPARTMENT OF EDUCATION</a:t>
            </a:r>
          </a:p>
          <a:p>
            <a:r>
              <a:rPr lang="en-US" sz="4500" b="1" dirty="0">
                <a:solidFill>
                  <a:schemeClr val="bg1"/>
                </a:solidFill>
                <a:latin typeface="Atkinson Hyperlegible Next" pitchFamily="50" charset="0"/>
              </a:rPr>
              <a:t>Pathways to Partnership</a:t>
            </a:r>
          </a:p>
        </p:txBody>
      </p:sp>
    </p:spTree>
    <p:extLst>
      <p:ext uri="{BB962C8B-B14F-4D97-AF65-F5344CB8AC3E}">
        <p14:creationId xmlns:p14="http://schemas.microsoft.com/office/powerpoint/2010/main" val="1240470047"/>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7" name="Picture 6" descr="A picture containing text, sign&#10;&#10;AI-generated content may be incorrect.">
            <a:extLst>
              <a:ext uri="{FF2B5EF4-FFF2-40B4-BE49-F238E27FC236}">
                <a16:creationId xmlns:a16="http://schemas.microsoft.com/office/drawing/2014/main" id="{57B7DEBE-00D3-4BD0-C762-E00DE9C300F8}"/>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0" name="Picture 9">
            <a:extLst>
              <a:ext uri="{FF2B5EF4-FFF2-40B4-BE49-F238E27FC236}">
                <a16:creationId xmlns:a16="http://schemas.microsoft.com/office/drawing/2014/main" id="{95D2809E-2FF8-ED01-3B87-17DF6F59A1A2}"/>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0" y="4506685"/>
            <a:ext cx="3221736" cy="636815"/>
          </a:xfrm>
          <a:prstGeom prst="rect">
            <a:avLst/>
          </a:prstGeom>
        </p:spPr>
      </p:pic>
    </p:spTree>
    <p:extLst>
      <p:ext uri="{BB962C8B-B14F-4D97-AF65-F5344CB8AC3E}">
        <p14:creationId xmlns:p14="http://schemas.microsoft.com/office/powerpoint/2010/main" val="253752419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628650" y="273844"/>
            <a:ext cx="7166508"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628650" y="1369219"/>
            <a:ext cx="7166508"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7795158" y="0"/>
            <a:ext cx="1348842" cy="51435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Plan Your Way OK Logo">
            <a:extLst>
              <a:ext uri="{FF2B5EF4-FFF2-40B4-BE49-F238E27FC236}">
                <a16:creationId xmlns:a16="http://schemas.microsoft.com/office/drawing/2014/main" id="{47FC278A-E5C4-C003-38CF-8DC7285E66B3}"/>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pic>
        <p:nvPicPr>
          <p:cNvPr id="23" name="Picture 22" descr="Icon&#10;&#10;AI-generated content may be incorrect.">
            <a:extLst>
              <a:ext uri="{FF2B5EF4-FFF2-40B4-BE49-F238E27FC236}">
                <a16:creationId xmlns:a16="http://schemas.microsoft.com/office/drawing/2014/main" id="{0A7B53E6-04A1-72A3-5FED-8ACC283AD8A2}"/>
              </a:ext>
            </a:extLst>
          </p:cNvPr>
          <p:cNvPicPr>
            <a:picLocks noChangeAspect="1"/>
          </p:cNvPicPr>
          <p:nvPr/>
        </p:nvPicPr>
        <p:blipFill>
          <a:blip r:embed="rId3" cstate="print">
            <a:extLst>
              <a:ext uri="{28A0092B-C50C-407E-A947-70E740481C1C}">
                <a14:useLocalDpi xmlns:a14="http://schemas.microsoft.com/office/drawing/2010/main"/>
              </a:ext>
            </a:extLst>
          </a:blip>
          <a:srcRect r="43033"/>
          <a:stretch>
            <a:fillRect/>
          </a:stretch>
        </p:blipFill>
        <p:spPr>
          <a:xfrm>
            <a:off x="7610302" y="273844"/>
            <a:ext cx="1533698" cy="2692241"/>
          </a:xfrm>
          <a:custGeom>
            <a:avLst/>
            <a:gdLst>
              <a:gd name="connsiteX0" fmla="*/ 0 w 2044930"/>
              <a:gd name="connsiteY0" fmla="*/ 0 h 3589655"/>
              <a:gd name="connsiteX1" fmla="*/ 2044930 w 2044930"/>
              <a:gd name="connsiteY1" fmla="*/ 0 h 3589655"/>
              <a:gd name="connsiteX2" fmla="*/ 2044930 w 2044930"/>
              <a:gd name="connsiteY2" fmla="*/ 3589655 h 3589655"/>
              <a:gd name="connsiteX3" fmla="*/ 0 w 2044930"/>
              <a:gd name="connsiteY3" fmla="*/ 3589655 h 3589655"/>
            </a:gdLst>
            <a:ahLst/>
            <a:cxnLst>
              <a:cxn ang="0">
                <a:pos x="connsiteX0" y="connsiteY0"/>
              </a:cxn>
              <a:cxn ang="0">
                <a:pos x="connsiteX1" y="connsiteY1"/>
              </a:cxn>
              <a:cxn ang="0">
                <a:pos x="connsiteX2" y="connsiteY2"/>
              </a:cxn>
              <a:cxn ang="0">
                <a:pos x="connsiteX3" y="connsiteY3"/>
              </a:cxn>
            </a:cxnLst>
            <a:rect l="l" t="t" r="r" b="b"/>
            <a:pathLst>
              <a:path w="2044930" h="3589655">
                <a:moveTo>
                  <a:pt x="0" y="0"/>
                </a:moveTo>
                <a:lnTo>
                  <a:pt x="2044930" y="0"/>
                </a:lnTo>
                <a:lnTo>
                  <a:pt x="2044930" y="3589655"/>
                </a:lnTo>
                <a:lnTo>
                  <a:pt x="0" y="3589655"/>
                </a:lnTo>
                <a:close/>
              </a:path>
            </a:pathLst>
          </a:custGeom>
        </p:spPr>
      </p:pic>
    </p:spTree>
    <p:extLst>
      <p:ext uri="{BB962C8B-B14F-4D97-AF65-F5344CB8AC3E}">
        <p14:creationId xmlns:p14="http://schemas.microsoft.com/office/powerpoint/2010/main" val="36033533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9C782-8F52-6626-E009-10DB5431D26E}"/>
              </a:ext>
            </a:extLst>
          </p:cNvPr>
          <p:cNvSpPr>
            <a:spLocks noGrp="1"/>
          </p:cNvSpPr>
          <p:nvPr>
            <p:ph type="title"/>
          </p:nvPr>
        </p:nvSpPr>
        <p:spPr>
          <a:xfrm>
            <a:off x="2143125" y="273844"/>
            <a:ext cx="6372225" cy="994172"/>
          </a:xfrm>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F4CA8E4-6B96-33BF-A3A7-72B218FE6ED2}"/>
              </a:ext>
            </a:extLst>
          </p:cNvPr>
          <p:cNvSpPr>
            <a:spLocks noGrp="1"/>
          </p:cNvSpPr>
          <p:nvPr>
            <p:ph idx="1"/>
          </p:nvPr>
        </p:nvSpPr>
        <p:spPr>
          <a:xfrm>
            <a:off x="2143125" y="1369219"/>
            <a:ext cx="6372225"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361798-E026-6AAC-A91E-5DAB182A016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33FDD1D3-981A-ABFD-AB3D-2C0CB1009CD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22B48-878C-75A9-1516-D8AF11F10A3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3" name="Rectangle 12">
            <a:extLst>
              <a:ext uri="{FF2B5EF4-FFF2-40B4-BE49-F238E27FC236}">
                <a16:creationId xmlns:a16="http://schemas.microsoft.com/office/drawing/2014/main" id="{89B9583A-406C-A9D9-1041-5F6E4A7AACCD}"/>
              </a:ext>
            </a:extLst>
          </p:cNvPr>
          <p:cNvSpPr/>
          <p:nvPr/>
        </p:nvSpPr>
        <p:spPr>
          <a:xfrm>
            <a:off x="0" y="0"/>
            <a:ext cx="2057400" cy="51435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0" name="Picture 9" descr="Background pattern&#10;&#10;AI-generated content may be incorrect.">
            <a:extLst>
              <a:ext uri="{FF2B5EF4-FFF2-40B4-BE49-F238E27FC236}">
                <a16:creationId xmlns:a16="http://schemas.microsoft.com/office/drawing/2014/main" id="{C72F8F3C-7D49-A158-EC5F-3022C950E63C}"/>
              </a:ext>
            </a:extLst>
          </p:cNvPr>
          <p:cNvPicPr>
            <a:picLocks noChangeAspect="1"/>
          </p:cNvPicPr>
          <p:nvPr/>
        </p:nvPicPr>
        <p:blipFill>
          <a:blip r:embed="rId2" cstate="print">
            <a:extLst>
              <a:ext uri="{28A0092B-C50C-407E-A947-70E740481C1C}">
                <a14:useLocalDpi xmlns:a14="http://schemas.microsoft.com/office/drawing/2010/main"/>
              </a:ext>
            </a:extLst>
          </a:blip>
          <a:srcRect/>
          <a:stretch>
            <a:fillRect/>
          </a:stretch>
        </p:blipFill>
        <p:spPr>
          <a:xfrm>
            <a:off x="1" y="0"/>
            <a:ext cx="1828304" cy="5143500"/>
          </a:xfrm>
          <a:custGeom>
            <a:avLst/>
            <a:gdLst>
              <a:gd name="connsiteX0" fmla="*/ 0 w 2437739"/>
              <a:gd name="connsiteY0" fmla="*/ 0 h 6858000"/>
              <a:gd name="connsiteX1" fmla="*/ 2437739 w 2437739"/>
              <a:gd name="connsiteY1" fmla="*/ 0 h 6858000"/>
              <a:gd name="connsiteX2" fmla="*/ 2437739 w 2437739"/>
              <a:gd name="connsiteY2" fmla="*/ 6858000 h 6858000"/>
              <a:gd name="connsiteX3" fmla="*/ 0 w 2437739"/>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2437739" h="6858000">
                <a:moveTo>
                  <a:pt x="0" y="0"/>
                </a:moveTo>
                <a:lnTo>
                  <a:pt x="2437739" y="0"/>
                </a:lnTo>
                <a:lnTo>
                  <a:pt x="2437739" y="6858000"/>
                </a:lnTo>
                <a:lnTo>
                  <a:pt x="0" y="6858000"/>
                </a:lnTo>
                <a:close/>
              </a:path>
            </a:pathLst>
          </a:custGeom>
        </p:spPr>
      </p:pic>
      <p:pic>
        <p:nvPicPr>
          <p:cNvPr id="11" name="Picture 10" descr="A picture containing text, sign&#10;&#10;AI-generated content may be incorrect.">
            <a:extLst>
              <a:ext uri="{FF2B5EF4-FFF2-40B4-BE49-F238E27FC236}">
                <a16:creationId xmlns:a16="http://schemas.microsoft.com/office/drawing/2014/main" id="{CD69CD18-3F01-36C8-B47D-93F8D18A3B15}"/>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spTree>
    <p:extLst>
      <p:ext uri="{BB962C8B-B14F-4D97-AF65-F5344CB8AC3E}">
        <p14:creationId xmlns:p14="http://schemas.microsoft.com/office/powerpoint/2010/main" val="4256577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2CE63-E0AC-12D5-504E-D5E0649AC35D}"/>
              </a:ext>
            </a:extLst>
          </p:cNvPr>
          <p:cNvSpPr>
            <a:spLocks noGrp="1"/>
          </p:cNvSpPr>
          <p:nvPr>
            <p:ph type="title"/>
          </p:nvPr>
        </p:nvSpPr>
        <p:spPr>
          <a:xfrm>
            <a:off x="623888" y="1282304"/>
            <a:ext cx="7886700" cy="2139553"/>
          </a:xfrm>
        </p:spPr>
        <p:txBody>
          <a:bodyPr anchor="b"/>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1C9AB-DF52-8ECD-BBD1-A316181026E7}"/>
              </a:ext>
            </a:extLst>
          </p:cNvPr>
          <p:cNvSpPr>
            <a:spLocks noGrp="1"/>
          </p:cNvSpPr>
          <p:nvPr>
            <p:ph type="body" idx="1"/>
          </p:nvPr>
        </p:nvSpPr>
        <p:spPr>
          <a:xfrm>
            <a:off x="623888" y="3442098"/>
            <a:ext cx="7886700" cy="1125140"/>
          </a:xfrm>
        </p:spPr>
        <p:txBody>
          <a:bodyPr/>
          <a:lstStyle>
            <a:lvl1pPr marL="0" indent="0">
              <a:buNone/>
              <a:defRPr sz="1800">
                <a:solidFill>
                  <a:schemeClr val="bg1"/>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6B21C6-CC72-77B5-9E5F-0C13AAD88DE0}"/>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FBAE9409-FC1C-D8F6-C164-6757762B13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FFD45-8A77-BD59-0A42-4632D180202C}"/>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Background pattern&#10;&#10;AI-generated content may be incorrect.">
            <a:extLst>
              <a:ext uri="{FF2B5EF4-FFF2-40B4-BE49-F238E27FC236}">
                <a16:creationId xmlns:a16="http://schemas.microsoft.com/office/drawing/2014/main" id="{6DB361EA-32F9-14D2-D833-8C99C098F498}"/>
              </a:ext>
            </a:extLst>
          </p:cNvPr>
          <p:cNvPicPr/>
          <p:nvPr/>
        </p:nvPicPr>
        <p:blipFill>
          <a:blip r:embed="rId2" cstate="print">
            <a:extLst>
              <a:ext uri="{28A0092B-C50C-407E-A947-70E740481C1C}">
                <a14:useLocalDpi xmlns:a14="http://schemas.microsoft.com/office/drawing/2010/main"/>
              </a:ext>
            </a:extLst>
          </a:blip>
          <a:srcRect/>
          <a:stretch>
            <a:fillRect/>
          </a:stretch>
        </p:blipFill>
        <p:spPr>
          <a:xfrm>
            <a:off x="7942869" y="0"/>
            <a:ext cx="1201131" cy="4567238"/>
          </a:xfrm>
          <a:custGeom>
            <a:avLst/>
            <a:gdLst>
              <a:gd name="connsiteX0" fmla="*/ 0 w 1601508"/>
              <a:gd name="connsiteY0" fmla="*/ 0 h 6089650"/>
              <a:gd name="connsiteX1" fmla="*/ 1601508 w 1601508"/>
              <a:gd name="connsiteY1" fmla="*/ 0 h 6089650"/>
              <a:gd name="connsiteX2" fmla="*/ 1601508 w 1601508"/>
              <a:gd name="connsiteY2" fmla="*/ 6089650 h 6089650"/>
              <a:gd name="connsiteX3" fmla="*/ 0 w 1601508"/>
              <a:gd name="connsiteY3" fmla="*/ 6089650 h 6089650"/>
            </a:gdLst>
            <a:ahLst/>
            <a:cxnLst>
              <a:cxn ang="0">
                <a:pos x="connsiteX0" y="connsiteY0"/>
              </a:cxn>
              <a:cxn ang="0">
                <a:pos x="connsiteX1" y="connsiteY1"/>
              </a:cxn>
              <a:cxn ang="0">
                <a:pos x="connsiteX2" y="connsiteY2"/>
              </a:cxn>
              <a:cxn ang="0">
                <a:pos x="connsiteX3" y="connsiteY3"/>
              </a:cxn>
            </a:cxnLst>
            <a:rect l="l" t="t" r="r" b="b"/>
            <a:pathLst>
              <a:path w="1601508" h="6089650">
                <a:moveTo>
                  <a:pt x="0" y="0"/>
                </a:moveTo>
                <a:lnTo>
                  <a:pt x="1601508" y="0"/>
                </a:lnTo>
                <a:lnTo>
                  <a:pt x="1601508" y="6089650"/>
                </a:lnTo>
                <a:lnTo>
                  <a:pt x="0" y="6089650"/>
                </a:lnTo>
                <a:close/>
              </a:path>
            </a:pathLst>
          </a:custGeom>
        </p:spPr>
      </p:pic>
      <p:pic>
        <p:nvPicPr>
          <p:cNvPr id="9" name="Picture 8" descr="Plan Your Way OK Logo">
            <a:extLst>
              <a:ext uri="{FF2B5EF4-FFF2-40B4-BE49-F238E27FC236}">
                <a16:creationId xmlns:a16="http://schemas.microsoft.com/office/drawing/2014/main" id="{0D2C000A-F6E0-0CEB-2F25-076E4646A9EE}"/>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7795158" y="4712442"/>
            <a:ext cx="1348842" cy="383484"/>
          </a:xfrm>
          <a:prstGeom prst="rect">
            <a:avLst/>
          </a:prstGeom>
        </p:spPr>
      </p:pic>
    </p:spTree>
    <p:extLst>
      <p:ext uri="{BB962C8B-B14F-4D97-AF65-F5344CB8AC3E}">
        <p14:creationId xmlns:p14="http://schemas.microsoft.com/office/powerpoint/2010/main" val="83709801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AB54-1C3C-EBFA-9FBE-4D7D8D8CFFF3}"/>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951D450-080D-55DB-32BC-50A1BA631553}"/>
              </a:ext>
            </a:extLst>
          </p:cNvPr>
          <p:cNvSpPr>
            <a:spLocks noGrp="1"/>
          </p:cNvSpPr>
          <p:nvPr>
            <p:ph sz="half" idx="1"/>
          </p:nvPr>
        </p:nvSpPr>
        <p:spPr>
          <a:xfrm>
            <a:off x="6286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C43D435D-C710-F2F3-4FB5-35A38A3377B7}"/>
              </a:ext>
            </a:extLst>
          </p:cNvPr>
          <p:cNvSpPr>
            <a:spLocks noGrp="1"/>
          </p:cNvSpPr>
          <p:nvPr>
            <p:ph sz="half" idx="2"/>
          </p:nvPr>
        </p:nvSpPr>
        <p:spPr>
          <a:xfrm>
            <a:off x="4629150" y="1369219"/>
            <a:ext cx="3886200" cy="3263504"/>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6F8D41F-AE74-8968-9E13-DCA755771664}"/>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6" name="Footer Placeholder 5">
            <a:extLst>
              <a:ext uri="{FF2B5EF4-FFF2-40B4-BE49-F238E27FC236}">
                <a16:creationId xmlns:a16="http://schemas.microsoft.com/office/drawing/2014/main" id="{DE2B0B74-9008-0E52-1626-31E76F078B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C21EAB-BA46-BD81-25AD-22C0F01182E8}"/>
              </a:ext>
            </a:extLst>
          </p:cNvPr>
          <p:cNvSpPr>
            <a:spLocks noGrp="1"/>
          </p:cNvSpPr>
          <p:nvPr>
            <p:ph type="sldNum" sz="quarter" idx="12"/>
          </p:nvPr>
        </p:nvSpPr>
        <p:spPr/>
        <p:txBody>
          <a:bodyPr/>
          <a:lstStyle/>
          <a:p>
            <a:fld id="{2B5664E2-3A40-4D1A-BF40-1793ED3F7EF0}" type="slidenum">
              <a:rPr lang="en-US" smtClean="0"/>
              <a:t>‹#›</a:t>
            </a:fld>
            <a:endParaRPr lang="en-US"/>
          </a:p>
        </p:txBody>
      </p:sp>
      <p:pic>
        <p:nvPicPr>
          <p:cNvPr id="13" name="Picture 12" descr="A picture containing text, sign&#10;&#10;AI-generated content may be incorrect.">
            <a:extLst>
              <a:ext uri="{FF2B5EF4-FFF2-40B4-BE49-F238E27FC236}">
                <a16:creationId xmlns:a16="http://schemas.microsoft.com/office/drawing/2014/main" id="{1ED425B4-C0E5-001A-AB15-05901F4518BE}"/>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7793175" y="4712160"/>
            <a:ext cx="1350825" cy="384048"/>
          </a:xfrm>
          <a:prstGeom prst="rect">
            <a:avLst/>
          </a:prstGeom>
        </p:spPr>
      </p:pic>
      <p:pic>
        <p:nvPicPr>
          <p:cNvPr id="11" name="Picture 10">
            <a:extLst>
              <a:ext uri="{FF2B5EF4-FFF2-40B4-BE49-F238E27FC236}">
                <a16:creationId xmlns:a16="http://schemas.microsoft.com/office/drawing/2014/main" id="{A7DD659E-7975-D958-C65B-1D20286CF5FF}"/>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flipV="1">
            <a:off x="1" y="-1"/>
            <a:ext cx="3232181" cy="510778"/>
          </a:xfrm>
          <a:prstGeom prst="rect">
            <a:avLst/>
          </a:prstGeom>
        </p:spPr>
      </p:pic>
    </p:spTree>
    <p:extLst>
      <p:ext uri="{BB962C8B-B14F-4D97-AF65-F5344CB8AC3E}">
        <p14:creationId xmlns:p14="http://schemas.microsoft.com/office/powerpoint/2010/main" val="302496427"/>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A6B0-58AE-7AD4-384A-A21D35E6B19C}"/>
              </a:ext>
            </a:extLst>
          </p:cNvPr>
          <p:cNvSpPr>
            <a:spLocks noGrp="1"/>
          </p:cNvSpPr>
          <p:nvPr>
            <p:ph type="title"/>
          </p:nvPr>
        </p:nvSpPr>
        <p:spPr>
          <a:xfrm>
            <a:off x="629841" y="273844"/>
            <a:ext cx="7886700" cy="994172"/>
          </a:xfrm>
        </p:spPr>
        <p:txBody>
          <a:bodyPr/>
          <a:lstStyle>
            <a:lvl1pPr>
              <a:defRPr>
                <a:solidFill>
                  <a:schemeClr val="accent6"/>
                </a:solidFill>
              </a:defRPr>
            </a:lvl1pPr>
          </a:lstStyle>
          <a:p>
            <a:r>
              <a:rPr lang="en-US"/>
              <a:t>Click to edit Master title style</a:t>
            </a:r>
          </a:p>
        </p:txBody>
      </p:sp>
      <p:sp>
        <p:nvSpPr>
          <p:cNvPr id="3" name="Text Placeholder 2">
            <a:extLst>
              <a:ext uri="{FF2B5EF4-FFF2-40B4-BE49-F238E27FC236}">
                <a16:creationId xmlns:a16="http://schemas.microsoft.com/office/drawing/2014/main" id="{0A7448A3-DD01-65AD-EBBC-7146509143B7}"/>
              </a:ext>
            </a:extLst>
          </p:cNvPr>
          <p:cNvSpPr>
            <a:spLocks noGrp="1"/>
          </p:cNvSpPr>
          <p:nvPr>
            <p:ph type="body" idx="1"/>
          </p:nvPr>
        </p:nvSpPr>
        <p:spPr>
          <a:xfrm>
            <a:off x="629842" y="1260872"/>
            <a:ext cx="3868340"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9D8997E1-A745-FAAC-DEE1-7FE99E3AB411}"/>
              </a:ext>
            </a:extLst>
          </p:cNvPr>
          <p:cNvSpPr>
            <a:spLocks noGrp="1"/>
          </p:cNvSpPr>
          <p:nvPr>
            <p:ph sz="half" idx="2"/>
          </p:nvPr>
        </p:nvSpPr>
        <p:spPr>
          <a:xfrm>
            <a:off x="629842" y="1878806"/>
            <a:ext cx="3868340"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6DE8BDB-7D3C-FCD3-7E11-4BE954110A37}"/>
              </a:ext>
            </a:extLst>
          </p:cNvPr>
          <p:cNvSpPr>
            <a:spLocks noGrp="1"/>
          </p:cNvSpPr>
          <p:nvPr>
            <p:ph type="body" sz="quarter" idx="3"/>
          </p:nvPr>
        </p:nvSpPr>
        <p:spPr>
          <a:xfrm>
            <a:off x="4629150" y="1260872"/>
            <a:ext cx="3887391" cy="617934"/>
          </a:xfrm>
        </p:spPr>
        <p:txBody>
          <a:bodyPr anchor="b"/>
          <a:lstStyle>
            <a:lvl1pPr marL="0" indent="0">
              <a:buNone/>
              <a:defRPr sz="1800" b="1">
                <a:solidFill>
                  <a:schemeClr val="accent6"/>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184E6A2-92F9-ECE9-702A-B8DDD2817B63}"/>
              </a:ext>
            </a:extLst>
          </p:cNvPr>
          <p:cNvSpPr>
            <a:spLocks noGrp="1"/>
          </p:cNvSpPr>
          <p:nvPr>
            <p:ph sz="quarter" idx="4"/>
          </p:nvPr>
        </p:nvSpPr>
        <p:spPr>
          <a:xfrm>
            <a:off x="4629150" y="1878806"/>
            <a:ext cx="3887391" cy="2763441"/>
          </a:xfrm>
        </p:spPr>
        <p:txBody>
          <a:bodyPr/>
          <a:lstStyle>
            <a:lvl1pPr>
              <a:defRPr>
                <a:solidFill>
                  <a:schemeClr val="accent6"/>
                </a:solidFill>
              </a:defRPr>
            </a:lvl1pPr>
            <a:lvl2pPr>
              <a:defRPr>
                <a:solidFill>
                  <a:schemeClr val="accent6"/>
                </a:solidFill>
              </a:defRPr>
            </a:lvl2pPr>
            <a:lvl3pPr>
              <a:defRPr>
                <a:solidFill>
                  <a:schemeClr val="accent6"/>
                </a:solidFill>
              </a:defRPr>
            </a:lvl3pPr>
            <a:lvl4pPr>
              <a:defRPr>
                <a:solidFill>
                  <a:schemeClr val="accent6"/>
                </a:solidFill>
              </a:defRPr>
            </a:lvl4pPr>
            <a:lvl5pPr>
              <a:defRPr>
                <a:solidFill>
                  <a:schemeClr val="accent6"/>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45470B1-DD5D-7EFA-E52D-4F5F033F5A48}"/>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8" name="Footer Placeholder 7">
            <a:extLst>
              <a:ext uri="{FF2B5EF4-FFF2-40B4-BE49-F238E27FC236}">
                <a16:creationId xmlns:a16="http://schemas.microsoft.com/office/drawing/2014/main" id="{3A21A241-ADD2-048D-336D-BCC674FA1B9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813FFE-0983-8DC3-73F9-E49D9828F91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63869001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31F2B-EEA9-F8B4-57A5-A5733646EAB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F4C9FEC-72DF-3A11-BCF3-6D245B236A12}"/>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4" name="Footer Placeholder 3">
            <a:extLst>
              <a:ext uri="{FF2B5EF4-FFF2-40B4-BE49-F238E27FC236}">
                <a16:creationId xmlns:a16="http://schemas.microsoft.com/office/drawing/2014/main" id="{BDF47FED-2725-1A2D-459D-4C914B792E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DE8D104-AEB0-9A03-8B60-2E9F1C2156AE}"/>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66314239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1"/>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C971A4-F4E4-3E29-C3AE-27CC38CAFB9D}"/>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3" name="Footer Placeholder 2">
            <a:extLst>
              <a:ext uri="{FF2B5EF4-FFF2-40B4-BE49-F238E27FC236}">
                <a16:creationId xmlns:a16="http://schemas.microsoft.com/office/drawing/2014/main" id="{7F3C2477-D402-582E-9AB3-E781F52A989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FAF667D-D414-EFAA-C9A9-8BC6F0C752EB}"/>
              </a:ext>
            </a:extLst>
          </p:cNvPr>
          <p:cNvSpPr>
            <a:spLocks noGrp="1"/>
          </p:cNvSpPr>
          <p:nvPr>
            <p:ph type="sldNum" sz="quarter" idx="12"/>
          </p:nvPr>
        </p:nvSpPr>
        <p:spPr/>
        <p:txBody>
          <a:bodyPr/>
          <a:lstStyle/>
          <a:p>
            <a:fld id="{2B5664E2-3A40-4D1A-BF40-1793ED3F7EF0}" type="slidenum">
              <a:rPr lang="en-US" smtClean="0"/>
              <a:t>‹#›</a:t>
            </a:fld>
            <a:endParaRPr lang="en-US"/>
          </a:p>
        </p:txBody>
      </p:sp>
      <p:sp>
        <p:nvSpPr>
          <p:cNvPr id="19" name="TextBox 18">
            <a:extLst>
              <a:ext uri="{FF2B5EF4-FFF2-40B4-BE49-F238E27FC236}">
                <a16:creationId xmlns:a16="http://schemas.microsoft.com/office/drawing/2014/main" id="{0C825D5E-9956-F8F0-E3CC-882E78B1B24A}"/>
              </a:ext>
            </a:extLst>
          </p:cNvPr>
          <p:cNvSpPr txBox="1"/>
          <p:nvPr/>
        </p:nvSpPr>
        <p:spPr>
          <a:xfrm>
            <a:off x="0" y="2851354"/>
            <a:ext cx="9144000" cy="1938992"/>
          </a:xfrm>
          <a:prstGeom prst="rect">
            <a:avLst/>
          </a:prstGeom>
          <a:noFill/>
        </p:spPr>
        <p:txBody>
          <a:bodyPr wrap="square">
            <a:spAutoFit/>
          </a:bodyPr>
          <a:lstStyle/>
          <a:p>
            <a:pPr marL="0" marR="0">
              <a:buNone/>
            </a:pPr>
            <a:r>
              <a:rPr lang="en-US" sz="1500" kern="100" dirty="0">
                <a:solidFill>
                  <a:schemeClr val="bg1"/>
                </a:solidFill>
                <a:effectLst/>
                <a:latin typeface="Atkinson Hyperlegible Next" pitchFamily="50" charset="0"/>
                <a:ea typeface="Aptos" panose="020B0004020202020204" pitchFamily="34" charset="0"/>
                <a:cs typeface="Arial" panose="020B0604020202020204" pitchFamily="34" charset="0"/>
              </a:rPr>
              <a:t>The contents of this presentation were developed under grant HR421E230012 from the U.S. Department of Education (Department). The Department does not mandate or prescribe practices, models, or other activities described or discussed in this resource. The contents of this presentation may contain examples of, adaptations of, and links to resources created and maintained by another public or private organization. The Department does not control or guarantee the accuracy, relevance, timeliness, or completeness of this outside information. The content of this guide does not necessarily represent the policy of the Department. This presentation is not intended to represent the views or policy of or be an endorsement of any views expressed, or materials provided by any Federal agency. (EDGAR 75.620)</a:t>
            </a:r>
          </a:p>
        </p:txBody>
      </p:sp>
      <p:pic>
        <p:nvPicPr>
          <p:cNvPr id="20" name="Picture 19" descr="Blue and white sign&#10;&#10;">
            <a:extLst>
              <a:ext uri="{FF2B5EF4-FFF2-40B4-BE49-F238E27FC236}">
                <a16:creationId xmlns:a16="http://schemas.microsoft.com/office/drawing/2014/main" id="{5BEC89F8-650B-4C6A-0956-98114467CA46}"/>
              </a:ext>
            </a:extLst>
          </p:cNvPr>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0" y="0"/>
            <a:ext cx="5615306" cy="1596465"/>
          </a:xfrm>
          <a:prstGeom prst="rect">
            <a:avLst/>
          </a:prstGeom>
        </p:spPr>
      </p:pic>
    </p:spTree>
    <p:extLst>
      <p:ext uri="{BB962C8B-B14F-4D97-AF65-F5344CB8AC3E}">
        <p14:creationId xmlns:p14="http://schemas.microsoft.com/office/powerpoint/2010/main" val="3272293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D797E-20D0-2A98-ED8E-A966D6B04645}"/>
              </a:ext>
            </a:extLst>
          </p:cNvPr>
          <p:cNvSpPr>
            <a:spLocks noGrp="1"/>
          </p:cNvSpPr>
          <p:nvPr>
            <p:ph type="title"/>
          </p:nvPr>
        </p:nvSpPr>
        <p:spPr>
          <a:xfrm>
            <a:off x="629841" y="342900"/>
            <a:ext cx="2949178" cy="1200150"/>
          </a:xfrm>
        </p:spPr>
        <p:txBody>
          <a:bodyPr anchor="b"/>
          <a:lstStyle>
            <a:lvl1pPr>
              <a:defRPr sz="2400">
                <a:solidFill>
                  <a:schemeClr val="accent6"/>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E474DB-4646-51C7-D0B2-D2B4A7F40B3E}"/>
              </a:ext>
            </a:extLst>
          </p:cNvPr>
          <p:cNvSpPr>
            <a:spLocks noGrp="1"/>
          </p:cNvSpPr>
          <p:nvPr>
            <p:ph idx="1"/>
          </p:nvPr>
        </p:nvSpPr>
        <p:spPr>
          <a:xfrm>
            <a:off x="3887391" y="740569"/>
            <a:ext cx="4629150" cy="3655219"/>
          </a:xfrm>
        </p:spPr>
        <p:txBody>
          <a:bodyPr/>
          <a:lstStyle>
            <a:lvl1pPr>
              <a:defRPr sz="2400">
                <a:solidFill>
                  <a:schemeClr val="accent6"/>
                </a:solidFill>
              </a:defRPr>
            </a:lvl1pPr>
            <a:lvl2pPr>
              <a:defRPr sz="2100">
                <a:solidFill>
                  <a:schemeClr val="accent6"/>
                </a:solidFill>
              </a:defRPr>
            </a:lvl2pPr>
            <a:lvl3pPr>
              <a:defRPr sz="1800">
                <a:solidFill>
                  <a:schemeClr val="accent6"/>
                </a:solidFill>
              </a:defRPr>
            </a:lvl3pPr>
            <a:lvl4pPr>
              <a:defRPr sz="1500">
                <a:solidFill>
                  <a:schemeClr val="accent6"/>
                </a:solidFill>
              </a:defRPr>
            </a:lvl4pPr>
            <a:lvl5pPr>
              <a:defRPr sz="1500">
                <a:solidFill>
                  <a:schemeClr val="accent6"/>
                </a:solidFill>
              </a:defRPr>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3A0E6259-55A1-5ECB-E304-8B5D09E3D655}"/>
              </a:ext>
            </a:extLst>
          </p:cNvPr>
          <p:cNvSpPr>
            <a:spLocks noGrp="1"/>
          </p:cNvSpPr>
          <p:nvPr>
            <p:ph type="body" sz="half" idx="2"/>
          </p:nvPr>
        </p:nvSpPr>
        <p:spPr>
          <a:xfrm>
            <a:off x="629841" y="1543050"/>
            <a:ext cx="2949178" cy="2858691"/>
          </a:xfrm>
        </p:spPr>
        <p:txBody>
          <a:bodyPr/>
          <a:lstStyle>
            <a:lvl1pPr marL="0" indent="0">
              <a:buNone/>
              <a:defRPr sz="1200">
                <a:solidFill>
                  <a:schemeClr val="accent6"/>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555984-9C93-D302-B247-0B332F3E3327}"/>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6" name="Footer Placeholder 5">
            <a:extLst>
              <a:ext uri="{FF2B5EF4-FFF2-40B4-BE49-F238E27FC236}">
                <a16:creationId xmlns:a16="http://schemas.microsoft.com/office/drawing/2014/main" id="{CA023BDF-FA82-E879-700A-49DB7947A81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82CF2F-24FE-9AB7-8E00-E1422BB7D2D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9992836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01CB0-D132-956C-437E-AA8483FF3C1E}"/>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5F91019-239B-5254-23D0-7BFF0BB7EECA}"/>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19D27294-CA0E-5F41-3E77-B1E93821B14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5CBA06-0262-5CCA-896C-315678CA03CB}"/>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6" name="Footer Placeholder 5">
            <a:extLst>
              <a:ext uri="{FF2B5EF4-FFF2-40B4-BE49-F238E27FC236}">
                <a16:creationId xmlns:a16="http://schemas.microsoft.com/office/drawing/2014/main" id="{14A559DD-E897-2037-B8D3-87F77163AF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2C6381-C81F-0B65-9751-34AF66EB0438}"/>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152533581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6B1B8-B1FB-F610-2A5A-55443DC99ABC}"/>
              </a:ext>
            </a:extLst>
          </p:cNvPr>
          <p:cNvSpPr>
            <a:spLocks noGrp="1"/>
          </p:cNvSpPr>
          <p:nvPr>
            <p:ph type="title"/>
          </p:nvPr>
        </p:nvSpPr>
        <p:spPr>
          <a:xfrm>
            <a:off x="628650" y="273844"/>
            <a:ext cx="7886700" cy="994172"/>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5012450-33DB-46B2-C9F1-991A0B7D90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25530D-6B47-F166-43BF-A9A7852922F6}"/>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919DBC34-0E2C-CD97-F397-4BF8166D8D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73274-6134-DF2D-8DDD-83A46F94656D}"/>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08431801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EB3855-56F0-C304-A6DF-0CC85FFF957A}"/>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C01C01-BA2B-E96A-7162-000D9E215165}"/>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B8FEF-5B76-9F7B-D574-FBB4E29C12A1}"/>
              </a:ext>
            </a:extLst>
          </p:cNvPr>
          <p:cNvSpPr>
            <a:spLocks noGrp="1"/>
          </p:cNvSpPr>
          <p:nvPr>
            <p:ph type="dt" sz="half" idx="10"/>
          </p:nvPr>
        </p:nvSpPr>
        <p:spPr/>
        <p:txBody>
          <a:body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D5324E18-936A-ACDC-0523-1FF03EBC0C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A9CD96-9B36-D774-9148-7AA16D6B27B3}"/>
              </a:ext>
            </a:extLst>
          </p:cNvPr>
          <p:cNvSpPr>
            <a:spLocks noGrp="1"/>
          </p:cNvSpPr>
          <p:nvPr>
            <p:ph type="sldNum" sz="quarter" idx="12"/>
          </p:nvPr>
        </p:nvSpPr>
        <p:spPr/>
        <p:txBody>
          <a:bodyPr/>
          <a:lstStyle/>
          <a:p>
            <a:fld id="{2B5664E2-3A40-4D1A-BF40-1793ED3F7EF0}" type="slidenum">
              <a:rPr lang="en-US" smtClean="0"/>
              <a:t>‹#›</a:t>
            </a:fld>
            <a:endParaRPr lang="en-US"/>
          </a:p>
        </p:txBody>
      </p:sp>
    </p:spTree>
    <p:extLst>
      <p:ext uri="{BB962C8B-B14F-4D97-AF65-F5344CB8AC3E}">
        <p14:creationId xmlns:p14="http://schemas.microsoft.com/office/powerpoint/2010/main" val="296690363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107"/>
        <p:cNvGrpSpPr/>
        <p:nvPr/>
      </p:nvGrpSpPr>
      <p:grpSpPr>
        <a:xfrm>
          <a:off x="0" y="0"/>
          <a:ext cx="0" cy="0"/>
          <a:chOff x="0" y="0"/>
          <a:chExt cx="0" cy="0"/>
        </a:xfrm>
      </p:grpSpPr>
      <p:sp>
        <p:nvSpPr>
          <p:cNvPr id="111" name="Google Shape;111;p15"/>
          <p:cNvSpPr txBox="1">
            <a:spLocks noGrp="1"/>
          </p:cNvSpPr>
          <p:nvPr>
            <p:ph type="title" hasCustomPrompt="1"/>
          </p:nvPr>
        </p:nvSpPr>
        <p:spPr>
          <a:xfrm>
            <a:off x="4454300" y="961363"/>
            <a:ext cx="1663200" cy="935400"/>
          </a:xfrm>
          <a:prstGeom prst="rect">
            <a:avLst/>
          </a:prstGeom>
        </p:spPr>
        <p:txBody>
          <a:bodyPr spcFirstLastPara="1" wrap="square" lIns="91425" tIns="91425" rIns="91425" bIns="91425" anchor="ctr" anchorCtr="0">
            <a:noAutofit/>
          </a:bodyPr>
          <a:lstStyle>
            <a:lvl1pPr lvl="0" rtl="0">
              <a:spcBef>
                <a:spcPts val="0"/>
              </a:spcBef>
              <a:spcAft>
                <a:spcPts val="0"/>
              </a:spcAft>
              <a:buSzPts val="12000"/>
              <a:buNone/>
              <a:defRPr sz="10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12" name="Google Shape;112;p15"/>
          <p:cNvSpPr txBox="1">
            <a:spLocks noGrp="1"/>
          </p:cNvSpPr>
          <p:nvPr>
            <p:ph type="title" idx="2"/>
          </p:nvPr>
        </p:nvSpPr>
        <p:spPr>
          <a:xfrm>
            <a:off x="4454300" y="1954962"/>
            <a:ext cx="4321500" cy="1233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600"/>
              <a:buFont typeface="Overpass"/>
              <a:buNone/>
              <a:defRPr sz="9600" b="1"/>
            </a:lvl1pPr>
            <a:lvl2pPr lvl="1"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2pPr>
            <a:lvl3pPr lvl="2"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3pPr>
            <a:lvl4pPr lvl="3"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4pPr>
            <a:lvl5pPr lvl="4"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5pPr>
            <a:lvl6pPr lvl="5"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6pPr>
            <a:lvl7pPr lvl="6"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7pPr>
            <a:lvl8pPr lvl="7"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8pPr>
            <a:lvl9pPr lvl="8" rtl="0">
              <a:spcBef>
                <a:spcPts val="0"/>
              </a:spcBef>
              <a:spcAft>
                <a:spcPts val="0"/>
              </a:spcAft>
              <a:buClr>
                <a:schemeClr val="lt1"/>
              </a:buClr>
              <a:buSzPts val="2800"/>
              <a:buFont typeface="Overpass"/>
              <a:buNone/>
              <a:defRPr>
                <a:solidFill>
                  <a:schemeClr val="lt1"/>
                </a:solidFill>
                <a:latin typeface="Overpass"/>
                <a:ea typeface="Overpass"/>
                <a:cs typeface="Overpass"/>
                <a:sym typeface="Overpass"/>
              </a:defRPr>
            </a:lvl9pPr>
          </a:lstStyle>
          <a:p>
            <a:endParaRPr/>
          </a:p>
        </p:txBody>
      </p:sp>
      <p:sp>
        <p:nvSpPr>
          <p:cNvPr id="113" name="Google Shape;113;p15"/>
          <p:cNvSpPr txBox="1">
            <a:spLocks noGrp="1"/>
          </p:cNvSpPr>
          <p:nvPr>
            <p:ph type="subTitle" idx="1"/>
          </p:nvPr>
        </p:nvSpPr>
        <p:spPr>
          <a:xfrm>
            <a:off x="4454300" y="3158539"/>
            <a:ext cx="3834000" cy="633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a:lvl1pPr>
            <a:lvl2pPr lvl="1" rtl="0">
              <a:lnSpc>
                <a:spcPct val="100000"/>
              </a:lnSpc>
              <a:spcBef>
                <a:spcPts val="0"/>
              </a:spcBef>
              <a:spcAft>
                <a:spcPts val="0"/>
              </a:spcAft>
              <a:buNone/>
              <a:defRPr/>
            </a:lvl2pPr>
            <a:lvl3pPr lvl="2" rtl="0">
              <a:lnSpc>
                <a:spcPct val="100000"/>
              </a:lnSpc>
              <a:spcBef>
                <a:spcPts val="0"/>
              </a:spcBef>
              <a:spcAft>
                <a:spcPts val="0"/>
              </a:spcAft>
              <a:buNone/>
              <a:defRPr/>
            </a:lvl3pPr>
            <a:lvl4pPr lvl="3" rtl="0">
              <a:lnSpc>
                <a:spcPct val="100000"/>
              </a:lnSpc>
              <a:spcBef>
                <a:spcPts val="0"/>
              </a:spcBef>
              <a:spcAft>
                <a:spcPts val="0"/>
              </a:spcAft>
              <a:buNone/>
              <a:defRPr/>
            </a:lvl4pPr>
            <a:lvl5pPr lvl="4" rtl="0">
              <a:lnSpc>
                <a:spcPct val="100000"/>
              </a:lnSpc>
              <a:spcBef>
                <a:spcPts val="0"/>
              </a:spcBef>
              <a:spcAft>
                <a:spcPts val="0"/>
              </a:spcAft>
              <a:buNone/>
              <a:defRPr/>
            </a:lvl5pPr>
            <a:lvl6pPr lvl="5" rtl="0">
              <a:lnSpc>
                <a:spcPct val="100000"/>
              </a:lnSpc>
              <a:spcBef>
                <a:spcPts val="0"/>
              </a:spcBef>
              <a:spcAft>
                <a:spcPts val="0"/>
              </a:spcAft>
              <a:buNone/>
              <a:defRPr/>
            </a:lvl6pPr>
            <a:lvl7pPr lvl="6" rtl="0">
              <a:lnSpc>
                <a:spcPct val="100000"/>
              </a:lnSpc>
              <a:spcBef>
                <a:spcPts val="0"/>
              </a:spcBef>
              <a:spcAft>
                <a:spcPts val="0"/>
              </a:spcAft>
              <a:buNone/>
              <a:defRPr/>
            </a:lvl7pPr>
            <a:lvl8pPr lvl="7" rtl="0">
              <a:lnSpc>
                <a:spcPct val="100000"/>
              </a:lnSpc>
              <a:spcBef>
                <a:spcPts val="0"/>
              </a:spcBef>
              <a:spcAft>
                <a:spcPts val="0"/>
              </a:spcAft>
              <a:buNone/>
              <a:defRPr/>
            </a:lvl8pPr>
            <a:lvl9pPr lvl="8" rtl="0">
              <a:lnSpc>
                <a:spcPct val="100000"/>
              </a:lnSpc>
              <a:spcBef>
                <a:spcPts val="0"/>
              </a:spcBef>
              <a:spcAft>
                <a:spcPts val="0"/>
              </a:spcAft>
              <a:buNone/>
              <a:defRPr/>
            </a:lvl9pPr>
          </a:lstStyle>
          <a:p>
            <a:endParaRPr/>
          </a:p>
        </p:txBody>
      </p:sp>
    </p:spTree>
    <p:extLst>
      <p:ext uri="{BB962C8B-B14F-4D97-AF65-F5344CB8AC3E}">
        <p14:creationId xmlns:p14="http://schemas.microsoft.com/office/powerpoint/2010/main" val="34315974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6"/>
        <p:cNvGrpSpPr/>
        <p:nvPr/>
      </p:nvGrpSpPr>
      <p:grpSpPr>
        <a:xfrm>
          <a:off x="0" y="0"/>
          <a:ext cx="0" cy="0"/>
          <a:chOff x="0" y="0"/>
          <a:chExt cx="0" cy="0"/>
        </a:xfrm>
      </p:grpSpPr>
      <p:sp>
        <p:nvSpPr>
          <p:cNvPr id="28" name="Google Shape;28;p4"/>
          <p:cNvSpPr txBox="1">
            <a:spLocks noGrp="1"/>
          </p:cNvSpPr>
          <p:nvPr>
            <p:ph type="subTitle" idx="1"/>
          </p:nvPr>
        </p:nvSpPr>
        <p:spPr>
          <a:xfrm>
            <a:off x="621575" y="1228437"/>
            <a:ext cx="7878300" cy="365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None/>
              <a:defRPr sz="1200"/>
            </a:lvl1pPr>
            <a:lvl2pPr lvl="1" rtl="0">
              <a:lnSpc>
                <a:spcPct val="100000"/>
              </a:lnSpc>
              <a:spcBef>
                <a:spcPts val="0"/>
              </a:spcBef>
              <a:spcAft>
                <a:spcPts val="0"/>
              </a:spcAft>
              <a:buNone/>
              <a:defRPr sz="1200"/>
            </a:lvl2pPr>
            <a:lvl3pPr lvl="2" rtl="0">
              <a:lnSpc>
                <a:spcPct val="100000"/>
              </a:lnSpc>
              <a:spcBef>
                <a:spcPts val="0"/>
              </a:spcBef>
              <a:spcAft>
                <a:spcPts val="0"/>
              </a:spcAft>
              <a:buNone/>
              <a:defRPr sz="1200"/>
            </a:lvl3pPr>
            <a:lvl4pPr lvl="3" rtl="0">
              <a:lnSpc>
                <a:spcPct val="100000"/>
              </a:lnSpc>
              <a:spcBef>
                <a:spcPts val="0"/>
              </a:spcBef>
              <a:spcAft>
                <a:spcPts val="0"/>
              </a:spcAft>
              <a:buNone/>
              <a:defRPr sz="1200"/>
            </a:lvl4pPr>
            <a:lvl5pPr lvl="4" rtl="0">
              <a:lnSpc>
                <a:spcPct val="100000"/>
              </a:lnSpc>
              <a:spcBef>
                <a:spcPts val="0"/>
              </a:spcBef>
              <a:spcAft>
                <a:spcPts val="0"/>
              </a:spcAft>
              <a:buNone/>
              <a:defRPr sz="1200"/>
            </a:lvl5pPr>
            <a:lvl6pPr lvl="5" rtl="0">
              <a:lnSpc>
                <a:spcPct val="100000"/>
              </a:lnSpc>
              <a:spcBef>
                <a:spcPts val="0"/>
              </a:spcBef>
              <a:spcAft>
                <a:spcPts val="0"/>
              </a:spcAft>
              <a:buNone/>
              <a:defRPr sz="1200"/>
            </a:lvl6pPr>
            <a:lvl7pPr lvl="6" rtl="0">
              <a:lnSpc>
                <a:spcPct val="100000"/>
              </a:lnSpc>
              <a:spcBef>
                <a:spcPts val="0"/>
              </a:spcBef>
              <a:spcAft>
                <a:spcPts val="0"/>
              </a:spcAft>
              <a:buNone/>
              <a:defRPr sz="1200"/>
            </a:lvl7pPr>
            <a:lvl8pPr lvl="7" rtl="0">
              <a:lnSpc>
                <a:spcPct val="100000"/>
              </a:lnSpc>
              <a:spcBef>
                <a:spcPts val="0"/>
              </a:spcBef>
              <a:spcAft>
                <a:spcPts val="0"/>
              </a:spcAft>
              <a:buNone/>
              <a:defRPr sz="1200"/>
            </a:lvl8pPr>
            <a:lvl9pPr lvl="8" rtl="0">
              <a:lnSpc>
                <a:spcPct val="100000"/>
              </a:lnSpc>
              <a:spcBef>
                <a:spcPts val="0"/>
              </a:spcBef>
              <a:spcAft>
                <a:spcPts val="0"/>
              </a:spcAft>
              <a:buNone/>
              <a:defRPr sz="1200"/>
            </a:lvl9pPr>
          </a:lstStyle>
          <a:p>
            <a:endParaRPr/>
          </a:p>
        </p:txBody>
      </p:sp>
      <p:sp>
        <p:nvSpPr>
          <p:cNvPr id="29" name="Google Shape;29;p4"/>
          <p:cNvSpPr txBox="1">
            <a:spLocks noGrp="1"/>
          </p:cNvSpPr>
          <p:nvPr>
            <p:ph type="title"/>
          </p:nvPr>
        </p:nvSpPr>
        <p:spPr>
          <a:xfrm>
            <a:off x="625300" y="315813"/>
            <a:ext cx="7704000" cy="707700"/>
          </a:xfrm>
          <a:prstGeom prst="rect">
            <a:avLst/>
          </a:prstGeom>
        </p:spPr>
        <p:txBody>
          <a:bodyPr spcFirstLastPara="1" wrap="square" lIns="91425" tIns="91425" rIns="91425" bIns="91425" anchor="t" anchorCtr="0">
            <a:noAutofit/>
          </a:bodyPr>
          <a:lstStyle>
            <a:lvl1pPr lvl="0" rtl="0">
              <a:spcBef>
                <a:spcPts val="0"/>
              </a:spcBef>
              <a:spcAft>
                <a:spcPts val="0"/>
              </a:spcAft>
              <a:buSzPts val="43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3858901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8"/>
        <p:cNvGrpSpPr/>
        <p:nvPr/>
      </p:nvGrpSpPr>
      <p:grpSpPr>
        <a:xfrm>
          <a:off x="0" y="0"/>
          <a:ext cx="0" cy="0"/>
          <a:chOff x="0" y="0"/>
          <a:chExt cx="0" cy="0"/>
        </a:xfrm>
      </p:grpSpPr>
      <p:sp>
        <p:nvSpPr>
          <p:cNvPr id="17" name="Google Shape;17;p2"/>
          <p:cNvSpPr txBox="1">
            <a:spLocks noGrp="1"/>
          </p:cNvSpPr>
          <p:nvPr>
            <p:ph type="ctrTitle"/>
          </p:nvPr>
        </p:nvSpPr>
        <p:spPr>
          <a:xfrm>
            <a:off x="2194775" y="1457250"/>
            <a:ext cx="4754400" cy="2229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7200"/>
            </a:lvl1pPr>
            <a:lvl2pPr lvl="1" rtl="0">
              <a:spcBef>
                <a:spcPts val="0"/>
              </a:spcBef>
              <a:spcAft>
                <a:spcPts val="0"/>
              </a:spcAft>
              <a:buClr>
                <a:srgbClr val="434343"/>
              </a:buClr>
              <a:buSzPts val="5200"/>
              <a:buNone/>
              <a:defRPr sz="5200">
                <a:solidFill>
                  <a:srgbClr val="434343"/>
                </a:solidFill>
              </a:defRPr>
            </a:lvl2pPr>
            <a:lvl3pPr lvl="2" rtl="0">
              <a:spcBef>
                <a:spcPts val="0"/>
              </a:spcBef>
              <a:spcAft>
                <a:spcPts val="0"/>
              </a:spcAft>
              <a:buClr>
                <a:srgbClr val="434343"/>
              </a:buClr>
              <a:buSzPts val="5200"/>
              <a:buNone/>
              <a:defRPr sz="5200">
                <a:solidFill>
                  <a:srgbClr val="434343"/>
                </a:solidFill>
              </a:defRPr>
            </a:lvl3pPr>
            <a:lvl4pPr lvl="3" rtl="0">
              <a:spcBef>
                <a:spcPts val="0"/>
              </a:spcBef>
              <a:spcAft>
                <a:spcPts val="0"/>
              </a:spcAft>
              <a:buClr>
                <a:srgbClr val="434343"/>
              </a:buClr>
              <a:buSzPts val="5200"/>
              <a:buNone/>
              <a:defRPr sz="5200">
                <a:solidFill>
                  <a:srgbClr val="434343"/>
                </a:solidFill>
              </a:defRPr>
            </a:lvl4pPr>
            <a:lvl5pPr lvl="4" rtl="0">
              <a:spcBef>
                <a:spcPts val="0"/>
              </a:spcBef>
              <a:spcAft>
                <a:spcPts val="0"/>
              </a:spcAft>
              <a:buClr>
                <a:srgbClr val="434343"/>
              </a:buClr>
              <a:buSzPts val="5200"/>
              <a:buNone/>
              <a:defRPr sz="5200">
                <a:solidFill>
                  <a:srgbClr val="434343"/>
                </a:solidFill>
              </a:defRPr>
            </a:lvl5pPr>
            <a:lvl6pPr lvl="5" rtl="0">
              <a:spcBef>
                <a:spcPts val="0"/>
              </a:spcBef>
              <a:spcAft>
                <a:spcPts val="0"/>
              </a:spcAft>
              <a:buClr>
                <a:srgbClr val="434343"/>
              </a:buClr>
              <a:buSzPts val="5200"/>
              <a:buNone/>
              <a:defRPr sz="5200">
                <a:solidFill>
                  <a:srgbClr val="434343"/>
                </a:solidFill>
              </a:defRPr>
            </a:lvl6pPr>
            <a:lvl7pPr lvl="6" rtl="0">
              <a:spcBef>
                <a:spcPts val="0"/>
              </a:spcBef>
              <a:spcAft>
                <a:spcPts val="0"/>
              </a:spcAft>
              <a:buClr>
                <a:srgbClr val="434343"/>
              </a:buClr>
              <a:buSzPts val="5200"/>
              <a:buNone/>
              <a:defRPr sz="5200">
                <a:solidFill>
                  <a:srgbClr val="434343"/>
                </a:solidFill>
              </a:defRPr>
            </a:lvl7pPr>
            <a:lvl8pPr lvl="7" rtl="0">
              <a:spcBef>
                <a:spcPts val="0"/>
              </a:spcBef>
              <a:spcAft>
                <a:spcPts val="0"/>
              </a:spcAft>
              <a:buClr>
                <a:srgbClr val="434343"/>
              </a:buClr>
              <a:buSzPts val="5200"/>
              <a:buNone/>
              <a:defRPr sz="5200">
                <a:solidFill>
                  <a:srgbClr val="434343"/>
                </a:solidFill>
              </a:defRPr>
            </a:lvl8pPr>
            <a:lvl9pPr lvl="8" rtl="0">
              <a:spcBef>
                <a:spcPts val="0"/>
              </a:spcBef>
              <a:spcAft>
                <a:spcPts val="0"/>
              </a:spcAft>
              <a:buClr>
                <a:srgbClr val="434343"/>
              </a:buClr>
              <a:buSzPts val="5200"/>
              <a:buNone/>
              <a:defRPr sz="5200">
                <a:solidFill>
                  <a:srgbClr val="434343"/>
                </a:solidFill>
              </a:defRPr>
            </a:lvl9pPr>
          </a:lstStyle>
          <a:p>
            <a:endParaRPr/>
          </a:p>
        </p:txBody>
      </p:sp>
      <p:sp>
        <p:nvSpPr>
          <p:cNvPr id="18" name="Google Shape;18;p2"/>
          <p:cNvSpPr txBox="1">
            <a:spLocks noGrp="1"/>
          </p:cNvSpPr>
          <p:nvPr>
            <p:ph type="subTitle" idx="1"/>
          </p:nvPr>
        </p:nvSpPr>
        <p:spPr>
          <a:xfrm>
            <a:off x="2364775" y="3681600"/>
            <a:ext cx="4417800" cy="369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000000"/>
              </a:buClr>
              <a:buSzPts val="1800"/>
              <a:buNone/>
              <a:defRPr>
                <a:solidFill>
                  <a:schemeClr val="lt1"/>
                </a:solidFill>
                <a:latin typeface="Overpass Light"/>
                <a:ea typeface="Overpass Light"/>
                <a:cs typeface="Overpass Light"/>
                <a:sym typeface="Overpass Light"/>
              </a:defRPr>
            </a:lvl1pPr>
            <a:lvl2pPr lvl="1" algn="r" rtl="0">
              <a:lnSpc>
                <a:spcPct val="100000"/>
              </a:lnSpc>
              <a:spcBef>
                <a:spcPts val="0"/>
              </a:spcBef>
              <a:spcAft>
                <a:spcPts val="0"/>
              </a:spcAft>
              <a:buClr>
                <a:srgbClr val="434343"/>
              </a:buClr>
              <a:buSzPts val="2800"/>
              <a:buNone/>
              <a:defRPr sz="2800">
                <a:solidFill>
                  <a:srgbClr val="434343"/>
                </a:solidFill>
              </a:defRPr>
            </a:lvl2pPr>
            <a:lvl3pPr lvl="2" algn="r" rtl="0">
              <a:lnSpc>
                <a:spcPct val="100000"/>
              </a:lnSpc>
              <a:spcBef>
                <a:spcPts val="0"/>
              </a:spcBef>
              <a:spcAft>
                <a:spcPts val="0"/>
              </a:spcAft>
              <a:buClr>
                <a:srgbClr val="434343"/>
              </a:buClr>
              <a:buSzPts val="2800"/>
              <a:buNone/>
              <a:defRPr sz="2800">
                <a:solidFill>
                  <a:srgbClr val="434343"/>
                </a:solidFill>
              </a:defRPr>
            </a:lvl3pPr>
            <a:lvl4pPr lvl="3" algn="r" rtl="0">
              <a:lnSpc>
                <a:spcPct val="100000"/>
              </a:lnSpc>
              <a:spcBef>
                <a:spcPts val="0"/>
              </a:spcBef>
              <a:spcAft>
                <a:spcPts val="0"/>
              </a:spcAft>
              <a:buClr>
                <a:srgbClr val="434343"/>
              </a:buClr>
              <a:buSzPts val="2800"/>
              <a:buNone/>
              <a:defRPr sz="2800">
                <a:solidFill>
                  <a:srgbClr val="434343"/>
                </a:solidFill>
              </a:defRPr>
            </a:lvl4pPr>
            <a:lvl5pPr lvl="4" algn="r" rtl="0">
              <a:lnSpc>
                <a:spcPct val="100000"/>
              </a:lnSpc>
              <a:spcBef>
                <a:spcPts val="0"/>
              </a:spcBef>
              <a:spcAft>
                <a:spcPts val="0"/>
              </a:spcAft>
              <a:buClr>
                <a:srgbClr val="434343"/>
              </a:buClr>
              <a:buSzPts val="2800"/>
              <a:buNone/>
              <a:defRPr sz="2800">
                <a:solidFill>
                  <a:srgbClr val="434343"/>
                </a:solidFill>
              </a:defRPr>
            </a:lvl5pPr>
            <a:lvl6pPr lvl="5" algn="r" rtl="0">
              <a:lnSpc>
                <a:spcPct val="100000"/>
              </a:lnSpc>
              <a:spcBef>
                <a:spcPts val="0"/>
              </a:spcBef>
              <a:spcAft>
                <a:spcPts val="0"/>
              </a:spcAft>
              <a:buClr>
                <a:srgbClr val="434343"/>
              </a:buClr>
              <a:buSzPts val="2800"/>
              <a:buNone/>
              <a:defRPr sz="2800">
                <a:solidFill>
                  <a:srgbClr val="434343"/>
                </a:solidFill>
              </a:defRPr>
            </a:lvl6pPr>
            <a:lvl7pPr lvl="6" algn="r" rtl="0">
              <a:lnSpc>
                <a:spcPct val="100000"/>
              </a:lnSpc>
              <a:spcBef>
                <a:spcPts val="0"/>
              </a:spcBef>
              <a:spcAft>
                <a:spcPts val="0"/>
              </a:spcAft>
              <a:buClr>
                <a:srgbClr val="434343"/>
              </a:buClr>
              <a:buSzPts val="2800"/>
              <a:buNone/>
              <a:defRPr sz="2800">
                <a:solidFill>
                  <a:srgbClr val="434343"/>
                </a:solidFill>
              </a:defRPr>
            </a:lvl7pPr>
            <a:lvl8pPr lvl="7" algn="r" rtl="0">
              <a:lnSpc>
                <a:spcPct val="100000"/>
              </a:lnSpc>
              <a:spcBef>
                <a:spcPts val="0"/>
              </a:spcBef>
              <a:spcAft>
                <a:spcPts val="0"/>
              </a:spcAft>
              <a:buClr>
                <a:srgbClr val="434343"/>
              </a:buClr>
              <a:buSzPts val="2800"/>
              <a:buNone/>
              <a:defRPr sz="2800">
                <a:solidFill>
                  <a:srgbClr val="434343"/>
                </a:solidFill>
              </a:defRPr>
            </a:lvl8pPr>
            <a:lvl9pPr lvl="8" algn="r" rtl="0">
              <a:lnSpc>
                <a:spcPct val="100000"/>
              </a:lnSpc>
              <a:spcBef>
                <a:spcPts val="0"/>
              </a:spcBef>
              <a:spcAft>
                <a:spcPts val="0"/>
              </a:spcAft>
              <a:buClr>
                <a:srgbClr val="434343"/>
              </a:buClr>
              <a:buSzPts val="2800"/>
              <a:buNone/>
              <a:defRPr sz="2800">
                <a:solidFill>
                  <a:srgbClr val="434343"/>
                </a:solidFill>
              </a:defRPr>
            </a:lvl9pPr>
          </a:lstStyle>
          <a:p>
            <a:endParaRPr/>
          </a:p>
        </p:txBody>
      </p:sp>
    </p:spTree>
    <p:extLst>
      <p:ext uri="{BB962C8B-B14F-4D97-AF65-F5344CB8AC3E}">
        <p14:creationId xmlns:p14="http://schemas.microsoft.com/office/powerpoint/2010/main" val="5716012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E16F9E-B503-4375-8A4D-6043A8332E55}"/>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E8DFE7B-6603-70CF-9AEE-795CEF9F1610}"/>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3302374-0F3E-D7EA-9840-D41A1B5E2838}"/>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5A0FCB29-5841-415B-8794-5F64FD0A6698}" type="datetimeFigureOut">
              <a:rPr lang="en-US" smtClean="0"/>
              <a:t>6/8/2026</a:t>
            </a:fld>
            <a:endParaRPr lang="en-US"/>
          </a:p>
        </p:txBody>
      </p:sp>
      <p:sp>
        <p:nvSpPr>
          <p:cNvPr id="5" name="Footer Placeholder 4">
            <a:extLst>
              <a:ext uri="{FF2B5EF4-FFF2-40B4-BE49-F238E27FC236}">
                <a16:creationId xmlns:a16="http://schemas.microsoft.com/office/drawing/2014/main" id="{081E32A8-3DF3-98E8-9BAA-72AE74CEF600}"/>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1C83A0-7ED6-646B-993E-492C43B64389}"/>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2B5664E2-3A40-4D1A-BF40-1793ED3F7EF0}" type="slidenum">
              <a:rPr lang="en-US" smtClean="0"/>
              <a:t>‹#›</a:t>
            </a:fld>
            <a:endParaRPr lang="en-US"/>
          </a:p>
        </p:txBody>
      </p:sp>
    </p:spTree>
    <p:extLst>
      <p:ext uri="{BB962C8B-B14F-4D97-AF65-F5344CB8AC3E}">
        <p14:creationId xmlns:p14="http://schemas.microsoft.com/office/powerpoint/2010/main" val="1464357206"/>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62" r:id="rId14"/>
    <p:sldLayoutId id="2147483964" r:id="rId15"/>
    <p:sldLayoutId id="2147483966" r:id="rId16"/>
  </p:sldLayoutIdLst>
  <p:transition spd="slow">
    <p:push/>
  </p:transition>
  <p:hf sldNum="0" hdr="0" ftr="0" dt="0"/>
  <p:txStyles>
    <p:titleStyle>
      <a:lvl1pPr algn="l" defTabSz="685800" rtl="0" eaLnBrk="1" latinLnBrk="0" hangingPunct="1">
        <a:lnSpc>
          <a:spcPct val="90000"/>
        </a:lnSpc>
        <a:spcBef>
          <a:spcPct val="0"/>
        </a:spcBef>
        <a:buNone/>
        <a:defRPr sz="3300" kern="1200">
          <a:solidFill>
            <a:schemeClr val="accent6"/>
          </a:solidFill>
          <a:latin typeface="Atkinson Hyperlegible Next" pitchFamily="50"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accent6"/>
          </a:solidFill>
          <a:latin typeface="Atkinson Hyperlegible Next"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accent6"/>
          </a:solidFill>
          <a:latin typeface="Atkinson Hyperlegible Next"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accent6"/>
          </a:solidFill>
          <a:latin typeface="Atkinson Hyperlegible Next"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accent6"/>
          </a:solidFill>
          <a:latin typeface="Atkinson Hyperlegible Next"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4F9D4-B7FF-7336-B189-C6510551B204}"/>
              </a:ext>
            </a:extLst>
          </p:cNvPr>
          <p:cNvSpPr>
            <a:spLocks noGrp="1"/>
          </p:cNvSpPr>
          <p:nvPr>
            <p:ph type="ctrTitle"/>
          </p:nvPr>
        </p:nvSpPr>
        <p:spPr>
          <a:xfrm>
            <a:off x="836622" y="641462"/>
            <a:ext cx="4754400" cy="2229000"/>
          </a:xfrm>
        </p:spPr>
        <p:txBody>
          <a:bodyPr/>
          <a:lstStyle/>
          <a:p>
            <a:r>
              <a:rPr lang="en-US" sz="4800" dirty="0">
                <a:latin typeface="Verdana Pro" panose="020B0604030504040204" pitchFamily="34" charset="0"/>
              </a:rPr>
              <a:t> Module 3: Barriers and Facilitators to Student Involvement</a:t>
            </a:r>
          </a:p>
        </p:txBody>
      </p:sp>
      <p:sp>
        <p:nvSpPr>
          <p:cNvPr id="4" name="Rectangle 3">
            <a:extLst>
              <a:ext uri="{FF2B5EF4-FFF2-40B4-BE49-F238E27FC236}">
                <a16:creationId xmlns:a16="http://schemas.microsoft.com/office/drawing/2014/main" id="{39301573-F4AF-3531-BF88-225BC507D642}"/>
              </a:ext>
              <a:ext uri="{C183D7F6-B498-43B3-948B-1728B52AA6E4}">
                <adec:decorative xmlns:adec="http://schemas.microsoft.com/office/drawing/2017/decorative" val="1"/>
              </a:ext>
            </a:extLst>
          </p:cNvPr>
          <p:cNvSpPr/>
          <p:nvPr/>
        </p:nvSpPr>
        <p:spPr>
          <a:xfrm>
            <a:off x="6566647" y="-179294"/>
            <a:ext cx="1676400" cy="53653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27125360"/>
      </p:ext>
    </p:extLst>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3" name="Google Shape;523;p69"/>
          <p:cNvSpPr txBox="1">
            <a:spLocks noGrp="1"/>
          </p:cNvSpPr>
          <p:nvPr>
            <p:ph type="title"/>
          </p:nvPr>
        </p:nvSpPr>
        <p:spPr>
          <a:xfrm>
            <a:off x="2129199" y="1231701"/>
            <a:ext cx="5501046" cy="1233600"/>
          </a:xfrm>
          <a:prstGeom prst="rect">
            <a:avLst/>
          </a:prstGeom>
          <a:ln>
            <a:solidFill>
              <a:schemeClr val="accent1"/>
            </a:solidFill>
          </a:ln>
        </p:spPr>
        <p:txBody>
          <a:bodyPr spcFirstLastPara="1" wrap="square" lIns="91425" tIns="91425" rIns="91425" bIns="91425" anchor="ctr" anchorCtr="0">
            <a:noAutofit/>
          </a:bodyPr>
          <a:lstStyle/>
          <a:p>
            <a:pPr marL="0" lvl="0" indent="0" algn="ctr" rtl="0">
              <a:spcBef>
                <a:spcPts val="0"/>
              </a:spcBef>
              <a:spcAft>
                <a:spcPts val="0"/>
              </a:spcAft>
              <a:buNone/>
            </a:pPr>
            <a:r>
              <a:rPr lang="en-US" sz="4800" b="1" dirty="0">
                <a:solidFill>
                  <a:schemeClr val="accent3">
                    <a:lumMod val="50000"/>
                  </a:schemeClr>
                </a:solidFill>
                <a:latin typeface="Verdana Pro" panose="020B0604030504040204" pitchFamily="34" charset="0"/>
              </a:rPr>
              <a:t>What are barriers?</a:t>
            </a:r>
          </a:p>
        </p:txBody>
      </p:sp>
      <p:sp>
        <p:nvSpPr>
          <p:cNvPr id="3" name="Google Shape;523;p69">
            <a:extLst>
              <a:ext uri="{FF2B5EF4-FFF2-40B4-BE49-F238E27FC236}">
                <a16:creationId xmlns:a16="http://schemas.microsoft.com/office/drawing/2014/main" id="{6F504D2C-B4BB-2328-0089-DA9D2CE4B799}"/>
              </a:ext>
            </a:extLst>
          </p:cNvPr>
          <p:cNvSpPr txBox="1">
            <a:spLocks/>
          </p:cNvSpPr>
          <p:nvPr/>
        </p:nvSpPr>
        <p:spPr>
          <a:xfrm>
            <a:off x="2325143" y="3443982"/>
            <a:ext cx="5501046" cy="1425859"/>
          </a:xfrm>
          <a:prstGeom prst="rect">
            <a:avLst/>
          </a:prstGeom>
          <a:solidFill>
            <a:schemeClr val="accen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1"/>
              </a:buClr>
              <a:buSzPts val="3600"/>
              <a:buFont typeface="Overpass"/>
              <a:buNone/>
              <a:defRPr sz="9600" b="1" i="0" u="none" strike="noStrike" cap="none">
                <a:solidFill>
                  <a:schemeClr val="dk1"/>
                </a:solidFill>
                <a:latin typeface="Bebas Neue"/>
                <a:ea typeface="Bebas Neue"/>
                <a:cs typeface="Bebas Neue"/>
                <a:sym typeface="Bebas Neue"/>
              </a:defRPr>
            </a:lvl1pPr>
            <a:lvl2pPr marR="0" lvl="1"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2pPr>
            <a:lvl3pPr marR="0" lvl="2"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3pPr>
            <a:lvl4pPr marR="0" lvl="3"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4pPr>
            <a:lvl5pPr marR="0" lvl="4"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5pPr>
            <a:lvl6pPr marR="0" lvl="5"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6pPr>
            <a:lvl7pPr marR="0" lvl="6"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7pPr>
            <a:lvl8pPr marR="0" lvl="7"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8pPr>
            <a:lvl9pPr marR="0" lvl="8" algn="l" rtl="0">
              <a:lnSpc>
                <a:spcPct val="100000"/>
              </a:lnSpc>
              <a:spcBef>
                <a:spcPts val="0"/>
              </a:spcBef>
              <a:spcAft>
                <a:spcPts val="0"/>
              </a:spcAft>
              <a:buClr>
                <a:schemeClr val="lt1"/>
              </a:buClr>
              <a:buSzPts val="2800"/>
              <a:buFont typeface="Overpass"/>
              <a:buNone/>
              <a:defRPr sz="2800" b="0" i="0" u="none" strike="noStrike" cap="none">
                <a:solidFill>
                  <a:schemeClr val="lt1"/>
                </a:solidFill>
                <a:latin typeface="Overpass"/>
                <a:ea typeface="Overpass"/>
                <a:cs typeface="Overpass"/>
                <a:sym typeface="Overpass"/>
              </a:defRPr>
            </a:lvl9pPr>
          </a:lstStyle>
          <a:p>
            <a:pPr algn="ctr"/>
            <a:r>
              <a:rPr lang="en-US" sz="4800" dirty="0">
                <a:solidFill>
                  <a:schemeClr val="bg1"/>
                </a:solidFill>
                <a:latin typeface="Verdana Pro" panose="020B0604030504040204" pitchFamily="34" charset="0"/>
              </a:rPr>
              <a:t>What are facilitators?</a:t>
            </a:r>
          </a:p>
        </p:txBody>
      </p:sp>
    </p:spTree>
    <p:extLst>
      <p:ext uri="{BB962C8B-B14F-4D97-AF65-F5344CB8AC3E}">
        <p14:creationId xmlns:p14="http://schemas.microsoft.com/office/powerpoint/2010/main" val="412990328"/>
      </p:ext>
    </p:extLst>
  </p:cSld>
  <p:clrMapOvr>
    <a:masterClrMapping/>
  </p:clrMapOvr>
  <p:transition spd="slow">
    <p:fade thruBlk="1"/>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4" name="Google Shape;544;p71"/>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🤔Think About It</a:t>
            </a:r>
          </a:p>
        </p:txBody>
      </p:sp>
      <p:sp>
        <p:nvSpPr>
          <p:cNvPr id="539" name="Google Shape;539;p71"/>
          <p:cNvSpPr txBox="1">
            <a:spLocks noGrp="1"/>
          </p:cNvSpPr>
          <p:nvPr>
            <p:ph idx="1"/>
          </p:nvPr>
        </p:nvSpPr>
        <p:spPr/>
        <p:txBody>
          <a:bodyPr spcFirstLastPara="1" lIns="91425" tIns="91425" rIns="91425" bIns="91425" anchorCtr="0">
            <a:normAutofit/>
          </a:bodyPr>
          <a:lstStyle/>
          <a:p>
            <a:pPr marL="0" lvl="0" indent="0" rtl="0">
              <a:spcBef>
                <a:spcPts val="0"/>
              </a:spcBef>
              <a:spcAft>
                <a:spcPts val="600"/>
              </a:spcAft>
              <a:buNone/>
            </a:pPr>
            <a:r>
              <a:rPr lang="en-US" dirty="0"/>
              <a:t>What helps students be involved in their IEP planning and meetings?</a:t>
            </a:r>
          </a:p>
          <a:p>
            <a:pPr marL="0" lvl="0" indent="0" rtl="0">
              <a:spcBef>
                <a:spcPts val="0"/>
              </a:spcBef>
              <a:spcAft>
                <a:spcPts val="600"/>
              </a:spcAft>
              <a:buNone/>
            </a:pPr>
            <a:br>
              <a:rPr lang="en-US" dirty="0"/>
            </a:br>
            <a:r>
              <a:rPr lang="en-US" dirty="0"/>
              <a:t>What prevents students from being involved in their IEP planning and meetings? </a:t>
            </a:r>
          </a:p>
        </p:txBody>
      </p:sp>
    </p:spTree>
    <p:extLst>
      <p:ext uri="{BB962C8B-B14F-4D97-AF65-F5344CB8AC3E}">
        <p14:creationId xmlns:p14="http://schemas.microsoft.com/office/powerpoint/2010/main" val="1770040018"/>
      </p:ext>
    </p:extLst>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sz="2800" dirty="0"/>
              <a:t>What helps involve students as active participant in their IEP meetings?</a:t>
            </a:r>
          </a:p>
        </p:txBody>
      </p:sp>
      <p:graphicFrame>
        <p:nvGraphicFramePr>
          <p:cNvPr id="468" name="Google Shape;466;p65" descr="List: &#10;Educator Knowledge&#10;Parent support and permission&#10;Student buy-in&#10;Administrative support&#10;Educational tools and resources to teach self-determination skills and student involvement in the IEP&#10;Starting EARLY">
            <a:extLst>
              <a:ext uri="{FF2B5EF4-FFF2-40B4-BE49-F238E27FC236}">
                <a16:creationId xmlns:a16="http://schemas.microsoft.com/office/drawing/2014/main" id="{78FD6354-539E-2FAE-031B-D11E1F04DC96}"/>
              </a:ext>
            </a:extLst>
          </p:cNvPr>
          <p:cNvGraphicFramePr/>
          <p:nvPr>
            <p:extLst>
              <p:ext uri="{D42A27DB-BD31-4B8C-83A1-F6EECF244321}">
                <p14:modId xmlns:p14="http://schemas.microsoft.com/office/powerpoint/2010/main" val="2486287146"/>
              </p:ext>
            </p:extLst>
          </p:nvPr>
        </p:nvGraphicFramePr>
        <p:xfrm>
          <a:off x="2711285" y="1606152"/>
          <a:ext cx="38862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19250204"/>
      </p:ext>
    </p:extLst>
  </p:cSld>
  <p:clrMapOvr>
    <a:masterClrMapping/>
  </p:clrMapOvr>
  <p:transition spd="slow">
    <p:fade thruBlk="1"/>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a:extLst>
              <a:ext uri="{C183D7F6-B498-43B3-948B-1728B52AA6E4}">
                <adec:decorative xmlns:adec="http://schemas.microsoft.com/office/drawing/2017/decorative" val="0"/>
              </a:ext>
            </a:extLst>
          </p:cNvPr>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Barrier #1</a:t>
            </a:r>
            <a:endParaRPr sz="4000" dirty="0">
              <a:latin typeface="Verdana Pro" panose="020B0604030504040204" pitchFamily="34" charset="0"/>
            </a:endParaRPr>
          </a:p>
        </p:txBody>
      </p:sp>
      <p:sp>
        <p:nvSpPr>
          <p:cNvPr id="466" name="Google Shape;466;p65">
            <a:extLst>
              <a:ext uri="{C183D7F6-B498-43B3-948B-1728B52AA6E4}">
                <adec:decorative xmlns:adec="http://schemas.microsoft.com/office/drawing/2017/decorative" val="0"/>
              </a:ext>
            </a:extLst>
          </p:cNvPr>
          <p:cNvSpPr txBox="1">
            <a:spLocks noGrp="1"/>
          </p:cNvSpPr>
          <p:nvPr>
            <p:ph type="subTitle" idx="1"/>
          </p:nvPr>
        </p:nvSpPr>
        <p:spPr>
          <a:xfrm>
            <a:off x="621575" y="827132"/>
            <a:ext cx="8405824" cy="40565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dirty="0">
                <a:latin typeface="+mj-lt"/>
                <a:ea typeface="Overpass Light"/>
                <a:cs typeface="Overpass Light"/>
                <a:sym typeface="Overpass Light"/>
              </a:rPr>
              <a:t>“Students are too young to be involved in their IEP."</a:t>
            </a:r>
          </a:p>
          <a:p>
            <a:pPr marL="0" lvl="0" indent="0" algn="l" rtl="0">
              <a:spcBef>
                <a:spcPts val="0"/>
              </a:spcBef>
              <a:spcAft>
                <a:spcPts val="0"/>
              </a:spcAft>
              <a:buClr>
                <a:schemeClr val="dk1"/>
              </a:buClr>
              <a:buSzPts val="1100"/>
            </a:pPr>
            <a:endParaRPr lang="en-US" sz="2400" dirty="0">
              <a:latin typeface="+mj-lt"/>
              <a:ea typeface="Overpass Light"/>
              <a:cs typeface="Overpass Light"/>
              <a:sym typeface="Overpass Light"/>
            </a:endParaRPr>
          </a:p>
        </p:txBody>
      </p:sp>
    </p:spTree>
    <p:extLst>
      <p:ext uri="{BB962C8B-B14F-4D97-AF65-F5344CB8AC3E}">
        <p14:creationId xmlns:p14="http://schemas.microsoft.com/office/powerpoint/2010/main" val="3199919314"/>
      </p:ext>
    </p:extLst>
  </p:cSld>
  <p:clrMapOvr>
    <a:masterClrMapping/>
  </p:clrMapOvr>
  <p:transition spd="slow">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a:extLst>
              <a:ext uri="{C183D7F6-B498-43B3-948B-1728B52AA6E4}">
                <adec:decorative xmlns:adec="http://schemas.microsoft.com/office/drawing/2017/decorative" val="0"/>
              </a:ext>
            </a:extLst>
          </p:cNvPr>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dirty="0">
                <a:latin typeface="Verdana Pro" panose="020B0604030504040204" pitchFamily="34" charset="0"/>
              </a:rPr>
              <a:t>Barrier #2</a:t>
            </a:r>
            <a:endParaRPr sz="4000" dirty="0">
              <a:latin typeface="Verdana Pro" panose="020B0604030504040204" pitchFamily="34" charset="0"/>
            </a:endParaRPr>
          </a:p>
        </p:txBody>
      </p:sp>
      <p:sp>
        <p:nvSpPr>
          <p:cNvPr id="466" name="Google Shape;466;p65">
            <a:extLst>
              <a:ext uri="{C183D7F6-B498-43B3-948B-1728B52AA6E4}">
                <adec:decorative xmlns:adec="http://schemas.microsoft.com/office/drawing/2017/decorative" val="0"/>
              </a:ext>
            </a:extLst>
          </p:cNvPr>
          <p:cNvSpPr txBox="1">
            <a:spLocks noGrp="1"/>
          </p:cNvSpPr>
          <p:nvPr>
            <p:ph type="subTitle" idx="1"/>
          </p:nvPr>
        </p:nvSpPr>
        <p:spPr>
          <a:xfrm>
            <a:off x="621575" y="827132"/>
            <a:ext cx="8405824" cy="40565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dirty="0">
                <a:latin typeface="+mj-lt"/>
                <a:ea typeface="Overpass Light"/>
                <a:cs typeface="Overpass Light"/>
                <a:sym typeface="Overpass Light"/>
              </a:rPr>
              <a:t>“Students need to know all about their disability label."</a:t>
            </a:r>
          </a:p>
          <a:p>
            <a:pPr marL="0" lvl="0" indent="0" algn="l" rtl="0">
              <a:spcBef>
                <a:spcPts val="0"/>
              </a:spcBef>
              <a:spcAft>
                <a:spcPts val="0"/>
              </a:spcAft>
              <a:buClr>
                <a:schemeClr val="dk1"/>
              </a:buClr>
              <a:buSzPts val="1100"/>
            </a:pPr>
            <a:endParaRPr lang="en-US" sz="2400" dirty="0">
              <a:latin typeface="+mj-lt"/>
              <a:ea typeface="Overpass Light"/>
              <a:cs typeface="Overpass Light"/>
              <a:sym typeface="Overpass Light"/>
            </a:endParaRPr>
          </a:p>
        </p:txBody>
      </p:sp>
    </p:spTree>
    <p:extLst>
      <p:ext uri="{BB962C8B-B14F-4D97-AF65-F5344CB8AC3E}">
        <p14:creationId xmlns:p14="http://schemas.microsoft.com/office/powerpoint/2010/main" val="3153353035"/>
      </p:ext>
    </p:extLst>
  </p:cSld>
  <p:clrMapOvr>
    <a:masterClrMapping/>
  </p:clrMapOvr>
  <p:transition spd="slow">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Barrier #3</a:t>
            </a:r>
          </a:p>
        </p:txBody>
      </p:sp>
      <p:sp>
        <p:nvSpPr>
          <p:cNvPr id="466" name="Google Shape;466;p65"/>
          <p:cNvSpPr txBox="1">
            <a:spLocks noGrp="1"/>
          </p:cNvSpPr>
          <p:nvPr>
            <p:ph idx="1"/>
          </p:nvPr>
        </p:nvSpPr>
        <p:spPr/>
        <p:txBody>
          <a:bodyPr spcFirstLastPara="1" lIns="91425" tIns="91425" rIns="91425" bIns="91425" anchorCtr="0">
            <a:normAutofit/>
          </a:bodyPr>
          <a:lstStyle/>
          <a:p>
            <a:pPr marL="0" lvl="0" indent="0" rtl="0">
              <a:spcBef>
                <a:spcPts val="0"/>
              </a:spcBef>
              <a:spcAft>
                <a:spcPts val="600"/>
              </a:spcAft>
              <a:buClr>
                <a:schemeClr val="dk1"/>
              </a:buClr>
              <a:buSzPts val="1100"/>
            </a:pPr>
            <a:r>
              <a:rPr lang="en-US" dirty="0"/>
              <a:t>“I don’t have enough time to plan for students to be involved.” OR “I don’t have enough instructional time to teach students to be involved.”</a:t>
            </a:r>
          </a:p>
          <a:p>
            <a:pPr marL="0" lvl="0" indent="0" rtl="0">
              <a:spcBef>
                <a:spcPts val="0"/>
              </a:spcBef>
              <a:spcAft>
                <a:spcPts val="600"/>
              </a:spcAft>
              <a:buClr>
                <a:schemeClr val="dk1"/>
              </a:buClr>
              <a:buSzPts val="1100"/>
            </a:pPr>
            <a:endParaRPr lang="en-US" dirty="0"/>
          </a:p>
          <a:p>
            <a:pPr marL="0" lvl="0" indent="0" rtl="0">
              <a:spcBef>
                <a:spcPts val="0"/>
              </a:spcBef>
              <a:spcAft>
                <a:spcPts val="600"/>
              </a:spcAft>
              <a:buClr>
                <a:schemeClr val="dk1"/>
              </a:buClr>
              <a:buSzPts val="1100"/>
            </a:pPr>
            <a:endParaRPr lang="en-US" dirty="0"/>
          </a:p>
          <a:p>
            <a:pPr marL="0" lvl="0" indent="0" rtl="0">
              <a:spcBef>
                <a:spcPts val="0"/>
              </a:spcBef>
              <a:spcAft>
                <a:spcPts val="600"/>
              </a:spcAft>
              <a:buClr>
                <a:schemeClr val="dk1"/>
              </a:buClr>
              <a:buSzPts val="1100"/>
            </a:pPr>
            <a:endParaRPr lang="en-US" dirty="0"/>
          </a:p>
          <a:p>
            <a:pPr marL="0" lvl="0" indent="0" rtl="0">
              <a:spcBef>
                <a:spcPts val="0"/>
              </a:spcBef>
              <a:spcAft>
                <a:spcPts val="600"/>
              </a:spcAft>
              <a:buClr>
                <a:schemeClr val="dk1"/>
              </a:buClr>
              <a:buSzPts val="1100"/>
            </a:pPr>
            <a:endParaRPr lang="en-US" dirty="0"/>
          </a:p>
          <a:p>
            <a:pPr marL="0" lvl="0" indent="0" rtl="0">
              <a:spcBef>
                <a:spcPts val="0"/>
              </a:spcBef>
              <a:spcAft>
                <a:spcPts val="600"/>
              </a:spcAft>
              <a:buClr>
                <a:schemeClr val="dk1"/>
              </a:buClr>
              <a:buSzPts val="1100"/>
            </a:pPr>
            <a:r>
              <a:rPr lang="en-US" dirty="0"/>
              <a:t>Guess what! That is what this training is all about! </a:t>
            </a:r>
          </a:p>
        </p:txBody>
      </p:sp>
    </p:spTree>
    <p:extLst>
      <p:ext uri="{BB962C8B-B14F-4D97-AF65-F5344CB8AC3E}">
        <p14:creationId xmlns:p14="http://schemas.microsoft.com/office/powerpoint/2010/main" val="1009216807"/>
      </p:ext>
    </p:extLst>
  </p:cSld>
  <p:clrMapOvr>
    <a:masterClrMapping/>
  </p:clrMapOvr>
  <p:transition spd="slow">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a:xfrm>
            <a:off x="116601" y="119432"/>
            <a:ext cx="8910798" cy="70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000">
                <a:latin typeface="Verdana Pro" panose="020B0604030504040204" pitchFamily="34" charset="0"/>
              </a:rPr>
              <a:t>Barrier #4</a:t>
            </a:r>
            <a:endParaRPr sz="4000">
              <a:latin typeface="Verdana Pro" panose="020B0604030504040204" pitchFamily="34" charset="0"/>
            </a:endParaRPr>
          </a:p>
        </p:txBody>
      </p:sp>
      <p:sp>
        <p:nvSpPr>
          <p:cNvPr id="466" name="Google Shape;466;p65"/>
          <p:cNvSpPr txBox="1">
            <a:spLocks noGrp="1"/>
          </p:cNvSpPr>
          <p:nvPr>
            <p:ph type="subTitle" idx="1"/>
          </p:nvPr>
        </p:nvSpPr>
        <p:spPr>
          <a:xfrm>
            <a:off x="621575" y="827132"/>
            <a:ext cx="8405824" cy="405650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pPr>
            <a:r>
              <a:rPr lang="en-US" sz="2400" dirty="0">
                <a:latin typeface="+mj-lt"/>
                <a:ea typeface="Overpass Light"/>
                <a:cs typeface="Overpass Light"/>
                <a:sym typeface="Overpass Light"/>
              </a:rPr>
              <a:t>“My students don’t have the capacity to understand the IEP information."</a:t>
            </a:r>
          </a:p>
          <a:p>
            <a:pPr marL="0" lvl="0" indent="0" algn="l" rtl="0">
              <a:spcBef>
                <a:spcPts val="0"/>
              </a:spcBef>
              <a:spcAft>
                <a:spcPts val="0"/>
              </a:spcAft>
              <a:buClr>
                <a:schemeClr val="dk1"/>
              </a:buClr>
              <a:buSzPts val="1100"/>
            </a:pPr>
            <a:endParaRPr lang="en-US" sz="2400" dirty="0">
              <a:latin typeface="+mj-lt"/>
              <a:ea typeface="Overpass Light"/>
              <a:cs typeface="Overpass Light"/>
              <a:sym typeface="Overpass Light"/>
            </a:endParaRPr>
          </a:p>
        </p:txBody>
      </p:sp>
    </p:spTree>
    <p:extLst>
      <p:ext uri="{BB962C8B-B14F-4D97-AF65-F5344CB8AC3E}">
        <p14:creationId xmlns:p14="http://schemas.microsoft.com/office/powerpoint/2010/main" val="3045434084"/>
      </p:ext>
    </p:extLst>
  </p:cSld>
  <p:clrMapOvr>
    <a:masterClrMapping/>
  </p:clrMapOvr>
  <p:transition spd="slow">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Barrier #5</a:t>
            </a:r>
          </a:p>
        </p:txBody>
      </p:sp>
      <p:graphicFrame>
        <p:nvGraphicFramePr>
          <p:cNvPr id="475" name="Google Shape;466;p65" descr="&quot;I will loose too much control over the meeting and the important legal information will not be discussed&quot;&#10;11 Steps from 'Why is This Cake on Fire' for a Self-Directed IEP: &#10;Begin the meeting by stating the purpose&#10;Introduce everyone&#10;Review past goals and performance&#10;Ask for others' feedback&#10;State school and transition goals&#10;Ask questions&#10;Deal with differences in oppinion&#10;State support needed&#10;Summarize goals&#10;Thank everyone&#10;Work on goals all year long">
            <a:extLst>
              <a:ext uri="{FF2B5EF4-FFF2-40B4-BE49-F238E27FC236}">
                <a16:creationId xmlns:a16="http://schemas.microsoft.com/office/drawing/2014/main" id="{216DCEF4-A8AC-DE3C-2517-1B3C94C38841}"/>
              </a:ext>
            </a:extLst>
          </p:cNvPr>
          <p:cNvGraphicFramePr/>
          <p:nvPr>
            <p:extLst>
              <p:ext uri="{D42A27DB-BD31-4B8C-83A1-F6EECF244321}">
                <p14:modId xmlns:p14="http://schemas.microsoft.com/office/powerpoint/2010/main" val="3864351864"/>
              </p:ext>
            </p:extLst>
          </p:nvPr>
        </p:nvGraphicFramePr>
        <p:xfrm>
          <a:off x="2121273" y="1268016"/>
          <a:ext cx="38862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1618236"/>
      </p:ext>
    </p:extLst>
  </p:cSld>
  <p:clrMapOvr>
    <a:masterClrMapping/>
  </p:clrMapOvr>
  <p:transition spd="slow">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4" name="Google Shape;544;p71"/>
          <p:cNvSpPr txBox="1">
            <a:spLocks noGrp="1"/>
          </p:cNvSpPr>
          <p:nvPr>
            <p:ph type="title"/>
          </p:nvPr>
        </p:nvSpPr>
        <p:spPr>
          <a:xfrm>
            <a:off x="395288" y="112059"/>
            <a:ext cx="7886700" cy="1389530"/>
          </a:xfrm>
        </p:spPr>
        <p:txBody>
          <a:bodyPr spcFirstLastPara="1" lIns="91425" tIns="91425" rIns="91425" bIns="91425" anchor="b" anchorCtr="0">
            <a:normAutofit/>
          </a:bodyPr>
          <a:lstStyle/>
          <a:p>
            <a:pPr marL="0" lvl="0" indent="0" algn="ctr" rtl="0">
              <a:spcBef>
                <a:spcPts val="0"/>
              </a:spcBef>
              <a:spcAft>
                <a:spcPts val="0"/>
              </a:spcAft>
              <a:buNone/>
            </a:pPr>
            <a:r>
              <a:rPr lang="en-US" dirty="0"/>
              <a:t>Common Challenges</a:t>
            </a:r>
          </a:p>
        </p:txBody>
      </p:sp>
      <p:sp>
        <p:nvSpPr>
          <p:cNvPr id="539" name="Google Shape;539;p71"/>
          <p:cNvSpPr txBox="1">
            <a:spLocks noGrp="1"/>
          </p:cNvSpPr>
          <p:nvPr>
            <p:ph type="body" idx="1"/>
          </p:nvPr>
        </p:nvSpPr>
        <p:spPr>
          <a:xfrm>
            <a:off x="166688" y="2052567"/>
            <a:ext cx="7886700" cy="1967229"/>
          </a:xfrm>
        </p:spPr>
        <p:txBody>
          <a:bodyPr spcFirstLastPara="1" lIns="91425" tIns="91425" rIns="91425" bIns="91425" anchorCtr="0">
            <a:normAutofit lnSpcReduction="10000"/>
          </a:bodyPr>
          <a:lstStyle/>
          <a:p>
            <a:pPr marL="0" lvl="0" indent="0" rtl="0">
              <a:spcBef>
                <a:spcPts val="0"/>
              </a:spcBef>
              <a:spcAft>
                <a:spcPts val="600"/>
              </a:spcAft>
              <a:buNone/>
            </a:pPr>
            <a:r>
              <a:rPr lang="en" sz="1300" dirty="0"/>
              <a:t>What if you can’t plan the meeting for when student can attend?</a:t>
            </a:r>
          </a:p>
          <a:p>
            <a:pPr marL="0" lvl="0" indent="0" rtl="0">
              <a:spcBef>
                <a:spcPts val="0"/>
              </a:spcBef>
              <a:spcAft>
                <a:spcPts val="600"/>
              </a:spcAft>
              <a:buNone/>
            </a:pPr>
            <a:endParaRPr lang="en" sz="1300" dirty="0"/>
          </a:p>
          <a:p>
            <a:pPr marL="0" lvl="0" indent="0" rtl="0">
              <a:spcBef>
                <a:spcPts val="0"/>
              </a:spcBef>
              <a:spcAft>
                <a:spcPts val="600"/>
              </a:spcAft>
              <a:buNone/>
            </a:pPr>
            <a:r>
              <a:rPr lang="en" sz="1300" dirty="0"/>
              <a:t>What if you get too wrapped up in trying to make sure the paperwork part is set that you accidently forget to actively involve the student in prepar</a:t>
            </a:r>
            <a:r>
              <a:rPr lang="en-US" sz="1300" dirty="0"/>
              <a:t>a</a:t>
            </a:r>
            <a:r>
              <a:rPr lang="en" sz="1300" dirty="0"/>
              <a:t>tion for the I</a:t>
            </a:r>
            <a:r>
              <a:rPr lang="en-US" sz="1300" dirty="0"/>
              <a:t>EP and the actual IEP meeting? </a:t>
            </a:r>
          </a:p>
          <a:p>
            <a:pPr marL="0" lvl="0" indent="0" rtl="0">
              <a:spcBef>
                <a:spcPts val="0"/>
              </a:spcBef>
              <a:spcAft>
                <a:spcPts val="600"/>
              </a:spcAft>
              <a:buNone/>
            </a:pPr>
            <a:endParaRPr lang="en-US" sz="1300" dirty="0"/>
          </a:p>
          <a:p>
            <a:pPr lvl="0">
              <a:spcBef>
                <a:spcPts val="0"/>
              </a:spcBef>
              <a:spcAft>
                <a:spcPts val="600"/>
              </a:spcAft>
            </a:pPr>
            <a:r>
              <a:rPr lang="en-US" sz="1300" dirty="0"/>
              <a:t>You want to involve James, a 7th grader, in his IEP meeting. However, his parents say "We don't want him to feel different or know about his disability," and James himself says "I don't want to go to a boring meeting with a bunch of adults.</a:t>
            </a:r>
          </a:p>
          <a:p>
            <a:pPr marL="0" lvl="0" indent="0" rtl="0">
              <a:spcBef>
                <a:spcPts val="0"/>
              </a:spcBef>
              <a:spcAft>
                <a:spcPts val="600"/>
              </a:spcAft>
              <a:buNone/>
            </a:pPr>
            <a:endParaRPr lang="en" sz="1300" dirty="0"/>
          </a:p>
        </p:txBody>
      </p:sp>
    </p:spTree>
    <p:extLst>
      <p:ext uri="{BB962C8B-B14F-4D97-AF65-F5344CB8AC3E}">
        <p14:creationId xmlns:p14="http://schemas.microsoft.com/office/powerpoint/2010/main" val="3808368806"/>
      </p:ext>
    </p:extLst>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65"/>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sz="2800" dirty="0"/>
              <a:t>How to approach this with parents and administrators:</a:t>
            </a:r>
          </a:p>
        </p:txBody>
      </p:sp>
      <p:sp>
        <p:nvSpPr>
          <p:cNvPr id="466" name="Google Shape;466;p65"/>
          <p:cNvSpPr txBox="1">
            <a:spLocks noGrp="1"/>
          </p:cNvSpPr>
          <p:nvPr>
            <p:ph idx="1"/>
          </p:nvPr>
        </p:nvSpPr>
        <p:spPr/>
        <p:txBody>
          <a:bodyPr spcFirstLastPara="1" lIns="91425" tIns="91425" rIns="91425" bIns="91425" anchorCtr="0">
            <a:normAutofit/>
          </a:bodyPr>
          <a:lstStyle/>
          <a:p>
            <a:pPr marL="342900" lvl="0" rtl="0">
              <a:spcBef>
                <a:spcPts val="0"/>
              </a:spcBef>
              <a:spcAft>
                <a:spcPts val="600"/>
              </a:spcAft>
              <a:buClr>
                <a:schemeClr val="dk1"/>
              </a:buClr>
              <a:buSzPts val="1100"/>
              <a:buFont typeface="Arial" panose="020B0604020202020204" pitchFamily="34" charset="0"/>
              <a:buChar char="•"/>
            </a:pPr>
            <a:r>
              <a:rPr lang="en-US" dirty="0"/>
              <a:t>Explain the benefits of involvement (use this presentation)</a:t>
            </a:r>
          </a:p>
          <a:p>
            <a:pPr marL="342900" lvl="0" rtl="0">
              <a:spcBef>
                <a:spcPts val="0"/>
              </a:spcBef>
              <a:spcAft>
                <a:spcPts val="600"/>
              </a:spcAft>
              <a:buClr>
                <a:schemeClr val="dk1"/>
              </a:buClr>
              <a:buSzPts val="1100"/>
              <a:buFont typeface="Arial" panose="020B0604020202020204" pitchFamily="34" charset="0"/>
              <a:buChar char="•"/>
            </a:pPr>
            <a:r>
              <a:rPr lang="en-US" dirty="0"/>
              <a:t>Ask for permission</a:t>
            </a:r>
          </a:p>
          <a:p>
            <a:pPr marL="342900" lvl="0" rtl="0">
              <a:spcBef>
                <a:spcPts val="0"/>
              </a:spcBef>
              <a:spcAft>
                <a:spcPts val="600"/>
              </a:spcAft>
              <a:buClr>
                <a:schemeClr val="dk1"/>
              </a:buClr>
              <a:buSzPts val="1100"/>
              <a:buFont typeface="Arial" panose="020B0604020202020204" pitchFamily="34" charset="0"/>
              <a:buChar char="•"/>
            </a:pPr>
            <a:r>
              <a:rPr lang="en-US" dirty="0"/>
              <a:t>Connect it to current practices (like student-led conferences and student leadership forums)</a:t>
            </a:r>
          </a:p>
          <a:p>
            <a:pPr marL="342900" lvl="0" rtl="0">
              <a:spcBef>
                <a:spcPts val="0"/>
              </a:spcBef>
              <a:spcAft>
                <a:spcPts val="600"/>
              </a:spcAft>
              <a:buClr>
                <a:schemeClr val="dk1"/>
              </a:buClr>
              <a:buSzPts val="1100"/>
              <a:buFont typeface="Arial" panose="020B0604020202020204" pitchFamily="34" charset="0"/>
              <a:buChar char="•"/>
            </a:pPr>
            <a:r>
              <a:rPr lang="en-US" dirty="0"/>
              <a:t>Start with small changes</a:t>
            </a:r>
          </a:p>
          <a:p>
            <a:pPr marL="342900" lvl="0" rtl="0">
              <a:spcBef>
                <a:spcPts val="0"/>
              </a:spcBef>
              <a:spcAft>
                <a:spcPts val="600"/>
              </a:spcAft>
              <a:buClr>
                <a:schemeClr val="dk1"/>
              </a:buClr>
              <a:buSzPts val="1100"/>
              <a:buFont typeface="Arial" panose="020B0604020202020204" pitchFamily="34" charset="0"/>
              <a:buChar char="•"/>
            </a:pPr>
            <a:r>
              <a:rPr lang="en-US" dirty="0"/>
              <a:t>Start the process early</a:t>
            </a:r>
          </a:p>
          <a:p>
            <a:pPr marL="342900" lvl="0" rtl="0">
              <a:spcBef>
                <a:spcPts val="0"/>
              </a:spcBef>
              <a:spcAft>
                <a:spcPts val="600"/>
              </a:spcAft>
              <a:buClr>
                <a:schemeClr val="dk1"/>
              </a:buClr>
              <a:buSzPts val="1100"/>
              <a:buFont typeface="Arial" panose="020B0604020202020204" pitchFamily="34" charset="0"/>
              <a:buChar char="•"/>
            </a:pPr>
            <a:r>
              <a:rPr lang="en-US" dirty="0"/>
              <a:t>Use a strength-based IEP to highlight strengths and potential limitation rather than just the disability label</a:t>
            </a:r>
          </a:p>
          <a:p>
            <a:pPr marL="342900" lvl="0" rtl="0">
              <a:spcBef>
                <a:spcPts val="0"/>
              </a:spcBef>
              <a:spcAft>
                <a:spcPts val="600"/>
              </a:spcAft>
              <a:buClr>
                <a:schemeClr val="dk1"/>
              </a:buClr>
              <a:buSzPts val="1100"/>
              <a:buFont typeface="Arial" panose="020B0604020202020204" pitchFamily="34" charset="0"/>
              <a:buChar char="•"/>
            </a:pPr>
            <a:endParaRPr lang="en-US" dirty="0"/>
          </a:p>
        </p:txBody>
      </p:sp>
    </p:spTree>
    <p:extLst>
      <p:ext uri="{BB962C8B-B14F-4D97-AF65-F5344CB8AC3E}">
        <p14:creationId xmlns:p14="http://schemas.microsoft.com/office/powerpoint/2010/main" val="674184917"/>
      </p:ext>
    </p:extLst>
  </p:cSld>
  <p:clrMapOvr>
    <a:masterClrMapping/>
  </p:clrMapOvr>
  <p:transition spd="slow">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44" name="Google Shape;544;p71"/>
          <p:cNvSpPr txBox="1">
            <a:spLocks noGrp="1"/>
          </p:cNvSpPr>
          <p:nvPr>
            <p:ph type="title"/>
          </p:nvPr>
        </p:nvSpPr>
        <p:spPr/>
        <p:txBody>
          <a:bodyPr spcFirstLastPara="1" lIns="91425" tIns="91425" rIns="91425" bIns="91425" anchor="ctr" anchorCtr="0">
            <a:normAutofit/>
          </a:bodyPr>
          <a:lstStyle/>
          <a:p>
            <a:pPr marL="0" lvl="0" indent="0" rtl="0">
              <a:spcBef>
                <a:spcPts val="0"/>
              </a:spcBef>
              <a:spcAft>
                <a:spcPts val="0"/>
              </a:spcAft>
              <a:buNone/>
            </a:pPr>
            <a:r>
              <a:rPr lang="en-US" dirty="0"/>
              <a:t>It’s Your Turn-Create Your Action Plan</a:t>
            </a:r>
          </a:p>
        </p:txBody>
      </p:sp>
      <p:sp>
        <p:nvSpPr>
          <p:cNvPr id="551" name="Content Placeholder 2">
            <a:extLst>
              <a:ext uri="{FF2B5EF4-FFF2-40B4-BE49-F238E27FC236}">
                <a16:creationId xmlns:a16="http://schemas.microsoft.com/office/drawing/2014/main" id="{B57B92A0-559B-846C-8C77-7B1712B933E6}"/>
              </a:ext>
            </a:extLst>
          </p:cNvPr>
          <p:cNvSpPr>
            <a:spLocks noGrp="1"/>
          </p:cNvSpPr>
          <p:nvPr>
            <p:ph idx="1"/>
          </p:nvPr>
        </p:nvSpPr>
        <p:spPr/>
        <p:txBody>
          <a:bodyPr>
            <a:normAutofit lnSpcReduction="10000"/>
          </a:bodyPr>
          <a:lstStyle/>
          <a:p>
            <a:pPr marL="0" indent="0">
              <a:buNone/>
            </a:pPr>
            <a:r>
              <a:rPr lang="en-US" b="1" dirty="0"/>
              <a:t>🎯 Comprehensive Barrier Action Plan</a:t>
            </a:r>
            <a:endParaRPr lang="en-US" dirty="0"/>
          </a:p>
          <a:p>
            <a:pPr marL="0" indent="0">
              <a:buNone/>
            </a:pPr>
            <a:r>
              <a:rPr lang="en-US" dirty="0"/>
              <a:t>Now it's time to put everything into practice!</a:t>
            </a:r>
          </a:p>
          <a:p>
            <a:pPr marL="0" indent="0">
              <a:buNone/>
            </a:pPr>
            <a:r>
              <a:rPr lang="en-US" b="1" dirty="0"/>
              <a:t> ⭐What You'll Create:</a:t>
            </a:r>
            <a:endParaRPr lang="en-US" dirty="0"/>
          </a:p>
          <a:p>
            <a:r>
              <a:rPr lang="en-US" b="1" dirty="0"/>
              <a:t> Part 1:</a:t>
            </a:r>
            <a:r>
              <a:rPr lang="en-US" dirty="0"/>
              <a:t> Barrier Assessment for YOUR Setting</a:t>
            </a:r>
          </a:p>
          <a:p>
            <a:r>
              <a:rPr lang="en-US" b="1" dirty="0"/>
              <a:t> Part 2:</a:t>
            </a:r>
            <a:r>
              <a:rPr lang="en-US" dirty="0"/>
              <a:t> Communication Plan (Parent Letter OR Admin      	Proposal)</a:t>
            </a:r>
          </a:p>
          <a:p>
            <a:r>
              <a:rPr lang="en-US" b="1" dirty="0"/>
              <a:t>Part 3:</a:t>
            </a:r>
            <a:r>
              <a:rPr lang="en-US" dirty="0"/>
              <a:t> 4-Month Implementation Timeline</a:t>
            </a:r>
          </a:p>
          <a:p>
            <a:pPr marL="0" indent="0">
              <a:buNone/>
            </a:pPr>
            <a:endParaRPr lang="en-US" b="1" dirty="0"/>
          </a:p>
          <a:p>
            <a:pPr marL="0" indent="0">
              <a:buNone/>
            </a:pPr>
            <a:r>
              <a:rPr lang="en-US" b="1" dirty="0"/>
              <a:t>‼️This is YOUR roadmap - take it with you and use it!</a:t>
            </a:r>
            <a:endParaRPr lang="en-US" dirty="0"/>
          </a:p>
          <a:p>
            <a:endParaRPr lang="en-US" dirty="0"/>
          </a:p>
        </p:txBody>
      </p:sp>
    </p:spTree>
    <p:extLst>
      <p:ext uri="{BB962C8B-B14F-4D97-AF65-F5344CB8AC3E}">
        <p14:creationId xmlns:p14="http://schemas.microsoft.com/office/powerpoint/2010/main" val="473365869"/>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6A9988-8024-96FB-C924-78A643871FAF}"/>
              </a:ext>
            </a:extLst>
          </p:cNvPr>
          <p:cNvSpPr>
            <a:spLocks noGrp="1"/>
          </p:cNvSpPr>
          <p:nvPr>
            <p:ph type="title"/>
          </p:nvPr>
        </p:nvSpPr>
        <p:spPr>
          <a:xfrm>
            <a:off x="628650" y="273844"/>
            <a:ext cx="7166508" cy="994172"/>
          </a:xfrm>
        </p:spPr>
        <p:txBody>
          <a:bodyPr anchor="ctr">
            <a:normAutofit/>
          </a:bodyPr>
          <a:lstStyle/>
          <a:p>
            <a:r>
              <a:rPr lang="en-US" sz="3100"/>
              <a:t>Module 3 Complete</a:t>
            </a:r>
            <a:br>
              <a:rPr lang="en-US" sz="3100"/>
            </a:br>
            <a:r>
              <a:rPr lang="en-US" sz="3100"/>
              <a:t>Next Step: Complete Module 3 Quiz</a:t>
            </a:r>
          </a:p>
        </p:txBody>
      </p:sp>
      <p:pic>
        <p:nvPicPr>
          <p:cNvPr id="4" name="Content Placeholder 3" descr="Close up of checklist">
            <a:extLst>
              <a:ext uri="{FF2B5EF4-FFF2-40B4-BE49-F238E27FC236}">
                <a16:creationId xmlns:a16="http://schemas.microsoft.com/office/drawing/2014/main" id="{F8F67B03-4C5F-6888-C96D-54B2646B5BE2}"/>
              </a:ext>
            </a:extLst>
          </p:cNvPr>
          <p:cNvPicPr>
            <a:picLocks noGrp="1" noChangeAspect="1"/>
          </p:cNvPicPr>
          <p:nvPr>
            <p:ph idx="1"/>
          </p:nvPr>
        </p:nvPicPr>
        <p:blipFill>
          <a:blip r:embed="rId3" cstate="print">
            <a:extLst>
              <a:ext uri="{28A0092B-C50C-407E-A947-70E740481C1C}">
                <a14:useLocalDpi xmlns:a14="http://schemas.microsoft.com/office/drawing/2010/main"/>
              </a:ext>
            </a:extLst>
          </a:blip>
          <a:srcRect r="-2"/>
          <a:stretch>
            <a:fillRect/>
          </a:stretch>
        </p:blipFill>
        <p:spPr>
          <a:xfrm>
            <a:off x="628650" y="1369219"/>
            <a:ext cx="7166508" cy="3263504"/>
          </a:xfrm>
          <a:noFill/>
        </p:spPr>
      </p:pic>
    </p:spTree>
    <p:extLst>
      <p:ext uri="{BB962C8B-B14F-4D97-AF65-F5344CB8AC3E}">
        <p14:creationId xmlns:p14="http://schemas.microsoft.com/office/powerpoint/2010/main" val="3744879401"/>
      </p:ext>
    </p:extLst>
  </p:cSld>
  <p:clrMapOvr>
    <a:masterClrMapping/>
  </p:clrMapOvr>
  <p:transition spd="slow">
    <p:push/>
  </p:transition>
</p:sld>
</file>

<file path=ppt/theme/theme1.xml><?xml version="1.0" encoding="utf-8"?>
<a:theme xmlns:a="http://schemas.openxmlformats.org/drawingml/2006/main" name="Template">
  <a:themeElements>
    <a:clrScheme name="Custom 1">
      <a:dk1>
        <a:srgbClr val="002E5C"/>
      </a:dk1>
      <a:lt1>
        <a:srgbClr val="FFFFFF"/>
      </a:lt1>
      <a:dk2>
        <a:srgbClr val="002E5C"/>
      </a:dk2>
      <a:lt2>
        <a:srgbClr val="FFFFFF"/>
      </a:lt2>
      <a:accent1>
        <a:srgbClr val="002E5C"/>
      </a:accent1>
      <a:accent2>
        <a:srgbClr val="989490"/>
      </a:accent2>
      <a:accent3>
        <a:srgbClr val="0066A6"/>
      </a:accent3>
      <a:accent4>
        <a:srgbClr val="004581"/>
      </a:accent4>
      <a:accent5>
        <a:srgbClr val="FFFFFF"/>
      </a:accent5>
      <a:accent6>
        <a:srgbClr val="000000"/>
      </a:accent6>
      <a:hlink>
        <a:srgbClr val="1B9FD5"/>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ST.potx" id="{71A39B0D-7793-4C65-9C41-951E39D81AF9}" vid="{C38E953C-75BA-4763-92E8-6C0AAC7278A0}"/>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11209</TotalTime>
  <Words>507</Words>
  <Application>Microsoft Office PowerPoint</Application>
  <PresentationFormat>On-screen Show (16:9)</PresentationFormat>
  <Paragraphs>63</Paragraphs>
  <Slides>13</Slides>
  <Notes>13</Notes>
  <HiddenSlides>0</HiddenSlides>
  <MMClips>0</MMClips>
  <ScaleCrop>false</ScaleCrop>
  <HeadingPairs>
    <vt:vector size="8" baseType="variant">
      <vt:variant>
        <vt:lpstr>Fonts Used</vt:lpstr>
      </vt:variant>
      <vt:variant>
        <vt:i4>6</vt:i4>
      </vt:variant>
      <vt:variant>
        <vt:lpstr>Theme</vt:lpstr>
      </vt:variant>
      <vt:variant>
        <vt:i4>1</vt:i4>
      </vt:variant>
      <vt:variant>
        <vt:lpstr>Slide Titles</vt:lpstr>
      </vt:variant>
      <vt:variant>
        <vt:i4>13</vt:i4>
      </vt:variant>
      <vt:variant>
        <vt:lpstr>Custom Shows</vt:lpstr>
      </vt:variant>
      <vt:variant>
        <vt:i4>3</vt:i4>
      </vt:variant>
    </vt:vector>
  </HeadingPairs>
  <TitlesOfParts>
    <vt:vector size="23" baseType="lpstr">
      <vt:lpstr>Overpass Light</vt:lpstr>
      <vt:lpstr>Aptos</vt:lpstr>
      <vt:lpstr>Overpass</vt:lpstr>
      <vt:lpstr>Arial</vt:lpstr>
      <vt:lpstr>Atkinson Hyperlegible Next</vt:lpstr>
      <vt:lpstr>Verdana Pro</vt:lpstr>
      <vt:lpstr>Template</vt:lpstr>
      <vt:lpstr> Module 3: Barriers and Facilitators to Student Involvement</vt:lpstr>
      <vt:lpstr>What are barriers?</vt:lpstr>
      <vt:lpstr>🤔Think About It</vt:lpstr>
      <vt:lpstr>What helps involve students as active participant in their IEP meetings?</vt:lpstr>
      <vt:lpstr>Barrier #1</vt:lpstr>
      <vt:lpstr>Barrier #2</vt:lpstr>
      <vt:lpstr>Barrier #3</vt:lpstr>
      <vt:lpstr>Barrier #4</vt:lpstr>
      <vt:lpstr>Barrier #5</vt:lpstr>
      <vt:lpstr>Common Challenges</vt:lpstr>
      <vt:lpstr>How to approach this with parents and administrators:</vt:lpstr>
      <vt:lpstr>It’s Your Turn-Create Your Action Plan</vt:lpstr>
      <vt:lpstr>Module 3 Complete Next Step: Complete Module 3 Quiz</vt:lpstr>
      <vt:lpstr>Module 4-A</vt:lpstr>
      <vt:lpstr>Module 4 B</vt:lpstr>
      <vt:lpstr>Module 5 B</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Involvement in the IEP</dc:title>
  <cp:lastModifiedBy>Erin Berry</cp:lastModifiedBy>
  <cp:revision>63</cp:revision>
  <dcterms:modified xsi:type="dcterms:W3CDTF">2026-06-08T21:05:18Z</dcterms:modified>
</cp:coreProperties>
</file>